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sldIdLst>
    <p:sldId id="256" r:id="rId5"/>
    <p:sldId id="312" r:id="rId6"/>
    <p:sldId id="302" r:id="rId7"/>
    <p:sldId id="303" r:id="rId8"/>
    <p:sldId id="319" r:id="rId9"/>
    <p:sldId id="318" r:id="rId10"/>
    <p:sldId id="313" r:id="rId11"/>
    <p:sldId id="314" r:id="rId12"/>
    <p:sldId id="315" r:id="rId13"/>
    <p:sldId id="316" r:id="rId14"/>
    <p:sldId id="310"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296" userDrawn="1">
          <p15:clr>
            <a:srgbClr val="A4A3A4"/>
          </p15:clr>
        </p15:guide>
        <p15:guide id="2" pos="384" userDrawn="1">
          <p15:clr>
            <a:srgbClr val="A4A3A4"/>
          </p15:clr>
        </p15:guide>
        <p15:guide id="3" orient="horz" pos="528" userDrawn="1">
          <p15:clr>
            <a:srgbClr val="A4A3A4"/>
          </p15:clr>
        </p15:guide>
        <p15:guide id="4" orient="horz" pos="3552" userDrawn="1">
          <p15:clr>
            <a:srgbClr val="A4A3A4"/>
          </p15:clr>
        </p15:guide>
        <p15:guide id="5" orient="horz" pos="768" userDrawn="1">
          <p15:clr>
            <a:srgbClr val="A4A3A4"/>
          </p15:clr>
        </p15:guide>
        <p15:guide id="7" pos="4032" userDrawn="1">
          <p15:clr>
            <a:srgbClr val="A4A3A4"/>
          </p15:clr>
        </p15:guide>
        <p15:guide id="9" pos="3648" userDrawn="1">
          <p15:clr>
            <a:srgbClr val="A4A3A4"/>
          </p15:clr>
        </p15:guide>
        <p15:guide id="10" orient="horz" pos="1536" userDrawn="1">
          <p15:clr>
            <a:srgbClr val="A4A3A4"/>
          </p15:clr>
        </p15:guide>
        <p15:guide id="11" orient="horz" pos="18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37BC75-3366-4EEE-99AB-3FF0ADF0512D}" v="39" dt="2024-09-09T14:49:38.1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01"/>
  </p:normalViewPr>
  <p:slideViewPr>
    <p:cSldViewPr>
      <p:cViewPr varScale="1">
        <p:scale>
          <a:sx n="78" d="100"/>
          <a:sy n="78" d="100"/>
        </p:scale>
        <p:origin x="878" y="72"/>
      </p:cViewPr>
      <p:guideLst>
        <p:guide pos="7296"/>
        <p:guide pos="384"/>
        <p:guide orient="horz" pos="528"/>
        <p:guide orient="horz" pos="3552"/>
        <p:guide orient="horz" pos="768"/>
        <p:guide pos="4032"/>
        <p:guide pos="3648"/>
        <p:guide orient="horz" pos="1536"/>
        <p:guide orient="horz" pos="1872"/>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88E34-8C8C-8747-BADB-40E1ACC00129}" type="datetimeFigureOut">
              <a:rPr lang="en-US" smtClean="0"/>
              <a:t>9/22/2024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1E5FCA-B2DD-C941-A2C1-638939433487}" type="slidenum">
              <a:rPr lang="en-US" smtClean="0"/>
              <a:t>‹#›</a:t>
            </a:fld>
            <a:endParaRPr lang="en-US" dirty="0"/>
          </a:p>
        </p:txBody>
      </p:sp>
    </p:spTree>
    <p:extLst>
      <p:ext uri="{BB962C8B-B14F-4D97-AF65-F5344CB8AC3E}">
        <p14:creationId xmlns:p14="http://schemas.microsoft.com/office/powerpoint/2010/main" val="3524896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1E5FCA-B2DD-C941-A2C1-638939433487}" type="slidenum">
              <a:rPr lang="en-US" smtClean="0"/>
              <a:t>1</a:t>
            </a:fld>
            <a:endParaRPr lang="en-US" dirty="0"/>
          </a:p>
        </p:txBody>
      </p:sp>
    </p:spTree>
    <p:extLst>
      <p:ext uri="{BB962C8B-B14F-4D97-AF65-F5344CB8AC3E}">
        <p14:creationId xmlns:p14="http://schemas.microsoft.com/office/powerpoint/2010/main" val="2882009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734DBF-D33A-9B28-288C-C2DAB9E541E7}"/>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D3B0F0-DE71-18AB-7957-4CFA29C3A328}"/>
              </a:ext>
            </a:extLst>
          </p:cNvPr>
          <p:cNvPicPr>
            <a:picLocks noChangeAspect="1"/>
          </p:cNvPicPr>
          <p:nvPr userDrawn="1"/>
        </p:nvPicPr>
        <p:blipFill>
          <a:blip r:embed="rId2"/>
          <a:stretch>
            <a:fillRect/>
          </a:stretch>
        </p:blipFill>
        <p:spPr>
          <a:xfrm>
            <a:off x="0" y="857290"/>
            <a:ext cx="5797296" cy="6000710"/>
          </a:xfrm>
          <a:prstGeom prst="rect">
            <a:avLst/>
          </a:prstGeom>
        </p:spPr>
      </p:pic>
      <p:pic>
        <p:nvPicPr>
          <p:cNvPr id="8" name="Picture 7">
            <a:extLst>
              <a:ext uri="{FF2B5EF4-FFF2-40B4-BE49-F238E27FC236}">
                <a16:creationId xmlns:a16="http://schemas.microsoft.com/office/drawing/2014/main" id="{1F04770F-E995-EF98-B4D1-9F13733EEF07}"/>
              </a:ext>
            </a:extLst>
          </p:cNvPr>
          <p:cNvPicPr>
            <a:picLocks noChangeAspect="1"/>
          </p:cNvPicPr>
          <p:nvPr userDrawn="1"/>
        </p:nvPicPr>
        <p:blipFill>
          <a:blip r:embed="rId3"/>
          <a:stretch>
            <a:fillRect/>
          </a:stretch>
        </p:blipFill>
        <p:spPr>
          <a:xfrm>
            <a:off x="8763000" y="0"/>
            <a:ext cx="3429000" cy="6807199"/>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00000"/>
              </a:lnSpc>
              <a:spcBef>
                <a:spcPts val="1000"/>
              </a:spcBef>
              <a:buNone/>
              <a:defRPr sz="2400" b="1" spc="200" baseline="0"/>
            </a:lvl1pPr>
            <a:lvl2pPr marL="228600">
              <a:lnSpc>
                <a:spcPct val="150000"/>
              </a:lnSpc>
              <a:spcBef>
                <a:spcPts val="1000"/>
              </a:spcBef>
              <a:defRPr sz="2400" spc="100" baseline="0"/>
            </a:lvl2pPr>
            <a:lvl3pPr marL="457200">
              <a:lnSpc>
                <a:spcPct val="150000"/>
              </a:lnSpc>
              <a:spcBef>
                <a:spcPts val="1000"/>
              </a:spcBef>
              <a:defRPr sz="2400" spc="100" baseline="0"/>
            </a:lvl3pPr>
            <a:lvl4pPr marL="685800">
              <a:lnSpc>
                <a:spcPct val="150000"/>
              </a:lnSpc>
              <a:spcBef>
                <a:spcPts val="1000"/>
              </a:spcBef>
              <a:defRPr sz="2400" spc="100" baseline="0"/>
            </a:lvl4pPr>
            <a:lvl5pPr marL="914400">
              <a:lnSpc>
                <a:spcPct val="150000"/>
              </a:lnSpc>
              <a:spcBef>
                <a:spcPts val="1000"/>
              </a:spcBef>
              <a:defRPr sz="24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17844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0328C38-4E83-27EA-9D01-DDDF734988CA}"/>
              </a:ext>
            </a:extLst>
          </p:cNvPr>
          <p:cNvPicPr>
            <a:picLocks noChangeAspect="1"/>
          </p:cNvPicPr>
          <p:nvPr userDrawn="1"/>
        </p:nvPicPr>
        <p:blipFill>
          <a:blip r:embed="rId2"/>
          <a:stretch>
            <a:fillRect/>
          </a:stretch>
        </p:blipFill>
        <p:spPr>
          <a:xfrm>
            <a:off x="5370576" y="3428234"/>
            <a:ext cx="6821424" cy="3429766"/>
          </a:xfrm>
          <a:prstGeom prst="rect">
            <a:avLst/>
          </a:prstGeom>
        </p:spPr>
      </p:pic>
      <p:pic>
        <p:nvPicPr>
          <p:cNvPr id="10" name="Picture 9">
            <a:extLst>
              <a:ext uri="{FF2B5EF4-FFF2-40B4-BE49-F238E27FC236}">
                <a16:creationId xmlns:a16="http://schemas.microsoft.com/office/drawing/2014/main" id="{B270B91D-A39E-3D53-DBBB-DF836D19BE1A}"/>
              </a:ext>
            </a:extLst>
          </p:cNvPr>
          <p:cNvPicPr>
            <a:picLocks noChangeAspect="1"/>
          </p:cNvPicPr>
          <p:nvPr userDrawn="1"/>
        </p:nvPicPr>
        <p:blipFill>
          <a:blip r:embed="rId3"/>
          <a:stretch>
            <a:fillRect/>
          </a:stretch>
        </p:blipFill>
        <p:spPr>
          <a:xfrm>
            <a:off x="0" y="0"/>
            <a:ext cx="4654518" cy="523951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1504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C1861-1570-5A6A-D3BA-4A17F008A562}"/>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490118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802635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437D9B2-AE86-9092-7072-0F717E3CA831}"/>
              </a:ext>
            </a:extLst>
          </p:cNvPr>
          <p:cNvPicPr>
            <a:picLocks noChangeAspect="1"/>
          </p:cNvPicPr>
          <p:nvPr userDrawn="1"/>
        </p:nvPicPr>
        <p:blipFill>
          <a:blip r:embed="rId2"/>
          <a:stretch>
            <a:fillRect/>
          </a:stretch>
        </p:blipFill>
        <p:spPr>
          <a:xfrm>
            <a:off x="0" y="3655535"/>
            <a:ext cx="4727448" cy="3202465"/>
          </a:xfrm>
          <a:prstGeom prst="rect">
            <a:avLst/>
          </a:prstGeom>
        </p:spPr>
      </p:pic>
      <p:pic>
        <p:nvPicPr>
          <p:cNvPr id="9" name="Picture 8">
            <a:extLst>
              <a:ext uri="{FF2B5EF4-FFF2-40B4-BE49-F238E27FC236}">
                <a16:creationId xmlns:a16="http://schemas.microsoft.com/office/drawing/2014/main" id="{5BF7E0A5-7E8E-4A90-B415-12984C7AB24C}"/>
              </a:ext>
            </a:extLst>
          </p:cNvPr>
          <p:cNvPicPr>
            <a:picLocks noChangeAspect="1"/>
          </p:cNvPicPr>
          <p:nvPr userDrawn="1"/>
        </p:nvPicPr>
        <p:blipFill>
          <a:blip r:embed="rId3"/>
          <a:stretch>
            <a:fillRect/>
          </a:stretch>
        </p:blipFill>
        <p:spPr>
          <a:xfrm>
            <a:off x="6548245" y="0"/>
            <a:ext cx="5643755" cy="2313432"/>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68021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FA7995-D0F4-05F2-CDF1-463407E3BA08}"/>
              </a:ext>
            </a:extLst>
          </p:cNvPr>
          <p:cNvPicPr>
            <a:picLocks noChangeAspect="1"/>
          </p:cNvPicPr>
          <p:nvPr userDrawn="1"/>
        </p:nvPicPr>
        <p:blipFill>
          <a:blip r:embed="rId2"/>
          <a:stretch>
            <a:fillRect/>
          </a:stretch>
        </p:blipFill>
        <p:spPr>
          <a:xfrm>
            <a:off x="7031909" y="0"/>
            <a:ext cx="5160091" cy="4041648"/>
          </a:xfrm>
          <a:prstGeom prst="rect">
            <a:avLst/>
          </a:prstGeom>
        </p:spPr>
      </p:pic>
      <p:pic>
        <p:nvPicPr>
          <p:cNvPr id="7" name="Picture 6">
            <a:extLst>
              <a:ext uri="{FF2B5EF4-FFF2-40B4-BE49-F238E27FC236}">
                <a16:creationId xmlns:a16="http://schemas.microsoft.com/office/drawing/2014/main" id="{792D768B-E662-B315-7576-313DFCE2AB40}"/>
              </a:ext>
            </a:extLst>
          </p:cNvPr>
          <p:cNvPicPr>
            <a:picLocks noChangeAspect="1"/>
          </p:cNvPicPr>
          <p:nvPr userDrawn="1"/>
        </p:nvPicPr>
        <p:blipFill>
          <a:blip r:embed="rId3"/>
          <a:stretch>
            <a:fillRect/>
          </a:stretch>
        </p:blipFill>
        <p:spPr>
          <a:xfrm>
            <a:off x="0" y="3127248"/>
            <a:ext cx="4162200" cy="373075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7" y="2441448"/>
            <a:ext cx="10972800" cy="304495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8390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8303F0-A6CC-605A-D08C-4E4ED07C2FB4}"/>
              </a:ext>
            </a:extLst>
          </p:cNvPr>
          <p:cNvPicPr>
            <a:picLocks noChangeAspect="1"/>
          </p:cNvPicPr>
          <p:nvPr userDrawn="1"/>
        </p:nvPicPr>
        <p:blipFill>
          <a:blip r:embed="rId2"/>
          <a:stretch>
            <a:fillRect/>
          </a:stretch>
        </p:blipFill>
        <p:spPr>
          <a:xfrm>
            <a:off x="0" y="0"/>
            <a:ext cx="4196903" cy="3611880"/>
          </a:xfrm>
          <a:prstGeom prst="rect">
            <a:avLst/>
          </a:prstGeom>
        </p:spPr>
      </p:pic>
      <p:pic>
        <p:nvPicPr>
          <p:cNvPr id="3" name="Picture 2">
            <a:extLst>
              <a:ext uri="{FF2B5EF4-FFF2-40B4-BE49-F238E27FC236}">
                <a16:creationId xmlns:a16="http://schemas.microsoft.com/office/drawing/2014/main" id="{904458FB-E7BB-F476-4A31-9C5AA406E252}"/>
              </a:ext>
            </a:extLst>
          </p:cNvPr>
          <p:cNvPicPr>
            <a:picLocks noChangeAspect="1"/>
          </p:cNvPicPr>
          <p:nvPr userDrawn="1"/>
        </p:nvPicPr>
        <p:blipFill>
          <a:blip r:embed="rId3"/>
          <a:stretch>
            <a:fillRect/>
          </a:stretch>
        </p:blipFill>
        <p:spPr>
          <a:xfrm>
            <a:off x="6202680" y="4079057"/>
            <a:ext cx="5989320" cy="2778943"/>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3063240" y="2651760"/>
            <a:ext cx="6309360" cy="1580714"/>
          </a:xfrm>
        </p:spPr>
        <p:txBody>
          <a:bodyPr lIns="91440" rIns="91440" anchor="t"/>
          <a:lstStyle>
            <a:lvl1pPr algn="l">
              <a:lnSpc>
                <a:spcPct val="100000"/>
              </a:lnSpc>
              <a:defRPr sz="2800" cap="none" spc="200" baseline="0"/>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94138E8D-4D76-2023-4B97-8ACB8894C5F1}"/>
              </a:ext>
            </a:extLst>
          </p:cNvPr>
          <p:cNvSpPr>
            <a:spLocks noGrp="1"/>
          </p:cNvSpPr>
          <p:nvPr>
            <p:ph type="body" sz="quarter" idx="13"/>
          </p:nvPr>
        </p:nvSpPr>
        <p:spPr>
          <a:xfrm>
            <a:off x="3063240" y="4232475"/>
            <a:ext cx="5775960" cy="333945"/>
          </a:xfrm>
        </p:spPr>
        <p:txBody>
          <a:bodyPr/>
          <a:lstStyle>
            <a:lvl1pPr marL="0" indent="0">
              <a:buNone/>
              <a:defRPr sz="1800" spc="200" baseline="0"/>
            </a:lvl1pPr>
          </a:lstStyle>
          <a:p>
            <a:pPr lvl="0"/>
            <a:r>
              <a:rPr lang="en-US"/>
              <a:t>Click to edit Master text styles</a:t>
            </a:r>
          </a:p>
        </p:txBody>
      </p:sp>
      <p:sp>
        <p:nvSpPr>
          <p:cNvPr id="17" name="Text Placeholder 13">
            <a:extLst>
              <a:ext uri="{FF2B5EF4-FFF2-40B4-BE49-F238E27FC236}">
                <a16:creationId xmlns:a16="http://schemas.microsoft.com/office/drawing/2014/main" id="{D1FFE415-7AFC-D826-1BD1-1993DED3B01D}"/>
              </a:ext>
            </a:extLst>
          </p:cNvPr>
          <p:cNvSpPr>
            <a:spLocks noGrp="1"/>
          </p:cNvSpPr>
          <p:nvPr>
            <p:ph type="body" sz="quarter" idx="15" hasCustomPrompt="1"/>
          </p:nvPr>
        </p:nvSpPr>
        <p:spPr>
          <a:xfrm>
            <a:off x="9737922" y="3591339"/>
            <a:ext cx="1171575" cy="2387600"/>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
        <p:nvSpPr>
          <p:cNvPr id="18" name="Text Placeholder 13">
            <a:extLst>
              <a:ext uri="{FF2B5EF4-FFF2-40B4-BE49-F238E27FC236}">
                <a16:creationId xmlns:a16="http://schemas.microsoft.com/office/drawing/2014/main" id="{0962DFC0-ADB3-684B-6F72-9C45BB48C248}"/>
              </a:ext>
            </a:extLst>
          </p:cNvPr>
          <p:cNvSpPr>
            <a:spLocks noGrp="1"/>
          </p:cNvSpPr>
          <p:nvPr>
            <p:ph type="body" sz="quarter" idx="14" hasCustomPrompt="1"/>
          </p:nvPr>
        </p:nvSpPr>
        <p:spPr>
          <a:xfrm>
            <a:off x="1209261" y="1982216"/>
            <a:ext cx="1171575" cy="2386584"/>
          </a:xfrm>
        </p:spPr>
        <p:txBody>
          <a:bodyPr vert="horz" lIns="91440" tIns="45720" rIns="91440" bIns="45720" rtlCol="0" anchor="t">
            <a:noAutofit/>
          </a:bodyPr>
          <a:lstStyle>
            <a:lvl1pPr marL="0" indent="0">
              <a:buNone/>
              <a:defRPr lang="en-US" sz="17000" b="1" cap="all" spc="300" dirty="0">
                <a:ln w="28575">
                  <a:solidFill>
                    <a:schemeClr val="tx1"/>
                  </a:solidFill>
                </a:ln>
                <a:noFill/>
                <a:latin typeface="+mj-lt"/>
                <a:ea typeface="+mj-ea"/>
              </a:defRPr>
            </a:lvl1pPr>
          </a:lstStyle>
          <a:p>
            <a:pPr marL="914400" lvl="0" indent="-1143000">
              <a:spcBef>
                <a:spcPct val="0"/>
              </a:spcBef>
            </a:pPr>
            <a:r>
              <a:rPr lang="en-US" dirty="0"/>
              <a:t>“</a:t>
            </a:r>
          </a:p>
        </p:txBody>
      </p:sp>
    </p:spTree>
    <p:extLst>
      <p:ext uri="{BB962C8B-B14F-4D97-AF65-F5344CB8AC3E}">
        <p14:creationId xmlns:p14="http://schemas.microsoft.com/office/powerpoint/2010/main" val="3330879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C6FB24-160F-388E-8450-E5C970E243AB}"/>
              </a:ext>
            </a:extLst>
          </p:cNvPr>
          <p:cNvPicPr>
            <a:picLocks noChangeAspect="1"/>
          </p:cNvPicPr>
          <p:nvPr userDrawn="1"/>
        </p:nvPicPr>
        <p:blipFill>
          <a:blip r:embed="rId2"/>
          <a:stretch>
            <a:fillRect/>
          </a:stretch>
        </p:blipFill>
        <p:spPr>
          <a:xfrm>
            <a:off x="0" y="1764792"/>
            <a:ext cx="5359935" cy="5093208"/>
          </a:xfrm>
          <a:prstGeom prst="rect">
            <a:avLst/>
          </a:prstGeom>
        </p:spPr>
      </p:pic>
      <p:pic>
        <p:nvPicPr>
          <p:cNvPr id="23" name="Picture 22">
            <a:extLst>
              <a:ext uri="{FF2B5EF4-FFF2-40B4-BE49-F238E27FC236}">
                <a16:creationId xmlns:a16="http://schemas.microsoft.com/office/drawing/2014/main" id="{D0AF7F25-1C65-DB7F-9FA3-300318BD4BF4}"/>
              </a:ext>
            </a:extLst>
          </p:cNvPr>
          <p:cNvPicPr>
            <a:picLocks noChangeAspect="1"/>
          </p:cNvPicPr>
          <p:nvPr userDrawn="1"/>
        </p:nvPicPr>
        <p:blipFill>
          <a:blip r:embed="rId3"/>
          <a:stretch>
            <a:fillRect/>
          </a:stretch>
        </p:blipFill>
        <p:spPr>
          <a:xfrm>
            <a:off x="9262085" y="0"/>
            <a:ext cx="2929915" cy="2752344"/>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960120"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858956"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858956"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p:nvPr>
        </p:nvSpPr>
        <p:spPr>
          <a:xfrm>
            <a:off x="3730752"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629588"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629588"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p:nvPr>
        </p:nvSpPr>
        <p:spPr>
          <a:xfrm>
            <a:off x="6464808"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6363644"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6363644"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p:nvPr>
        </p:nvSpPr>
        <p:spPr>
          <a:xfrm>
            <a:off x="9198864" y="2450592"/>
            <a:ext cx="2057400" cy="2057400"/>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9097700" y="4611550"/>
            <a:ext cx="2286000" cy="274320"/>
          </a:xfrm>
        </p:spPr>
        <p:txBody>
          <a:bodyPr lIns="0" tIns="0" rIns="0" bIns="0" anchor="ctr">
            <a:noAutofit/>
          </a:bodyPr>
          <a:lstStyle>
            <a:lvl1pPr marL="0" indent="0" algn="ctr">
              <a:lnSpc>
                <a:spcPct val="100000"/>
              </a:lnSpc>
              <a:spcBef>
                <a:spcPts val="0"/>
              </a:spcBef>
              <a:buNone/>
              <a:defRPr sz="1400" b="1" cap="all" spc="2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9097700" y="4865225"/>
            <a:ext cx="2286000" cy="182880"/>
          </a:xfrm>
        </p:spPr>
        <p:txBody>
          <a:bodyPr lIns="0" tIns="0" rIns="0" bIns="0">
            <a:noAutofit/>
          </a:bodyPr>
          <a:lstStyle>
            <a:lvl1pPr marL="0" indent="0" algn="ctr">
              <a:lnSpc>
                <a:spcPct val="100000"/>
              </a:lnSpc>
              <a:spcBef>
                <a:spcPts val="0"/>
              </a:spcBef>
              <a:buNone/>
              <a:defRPr sz="1200" b="0" spc="200" baseline="0">
                <a:solidFill>
                  <a:schemeClr val="tx1"/>
                </a:solidFill>
              </a:defRPr>
            </a:lvl1pPr>
          </a:lstStyle>
          <a:p>
            <a:pPr lvl="0"/>
            <a:r>
              <a:rPr lang="en-US" dirty="0"/>
              <a:t>Title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4419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6A3FD7E-DF96-B9E4-8D70-DA62CC339081}"/>
              </a:ext>
            </a:extLst>
          </p:cNvPr>
          <p:cNvPicPr>
            <a:picLocks noChangeAspect="1"/>
          </p:cNvPicPr>
          <p:nvPr userDrawn="1"/>
        </p:nvPicPr>
        <p:blipFill>
          <a:blip r:embed="rId2"/>
          <a:stretch>
            <a:fillRect/>
          </a:stretch>
        </p:blipFill>
        <p:spPr>
          <a:xfrm>
            <a:off x="0" y="1766265"/>
            <a:ext cx="5358384" cy="5091735"/>
          </a:xfrm>
          <a:prstGeom prst="rect">
            <a:avLst/>
          </a:prstGeom>
        </p:spPr>
      </p:pic>
      <p:sp>
        <p:nvSpPr>
          <p:cNvPr id="25" name="Title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45720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45720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28" name="Text Placeholder 28">
            <a:extLst>
              <a:ext uri="{FF2B5EF4-FFF2-40B4-BE49-F238E27FC236}">
                <a16:creationId xmlns:a16="http://schemas.microsoft.com/office/drawing/2014/main" id="{739AFCF1-55F0-974F-0F5C-34444B290B55}"/>
              </a:ext>
            </a:extLst>
          </p:cNvPr>
          <p:cNvSpPr>
            <a:spLocks noGrp="1"/>
          </p:cNvSpPr>
          <p:nvPr>
            <p:ph type="body" sz="quarter" idx="29" hasCustomPrompt="1"/>
          </p:nvPr>
        </p:nvSpPr>
        <p:spPr>
          <a:xfrm>
            <a:off x="45720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29" name="Text Placeholder 28">
            <a:extLst>
              <a:ext uri="{FF2B5EF4-FFF2-40B4-BE49-F238E27FC236}">
                <a16:creationId xmlns:a16="http://schemas.microsoft.com/office/drawing/2014/main" id="{77CF7DE5-8E6D-2C2C-A514-BAB6D4B6FF3B}"/>
              </a:ext>
            </a:extLst>
          </p:cNvPr>
          <p:cNvSpPr>
            <a:spLocks noGrp="1"/>
          </p:cNvSpPr>
          <p:nvPr>
            <p:ph type="body" sz="quarter" idx="30" hasCustomPrompt="1"/>
          </p:nvPr>
        </p:nvSpPr>
        <p:spPr>
          <a:xfrm>
            <a:off x="45720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6" name="Picture Placeholder 23">
            <a:extLst>
              <a:ext uri="{FF2B5EF4-FFF2-40B4-BE49-F238E27FC236}">
                <a16:creationId xmlns:a16="http://schemas.microsoft.com/office/drawing/2014/main" id="{5E48B363-63E8-4F17-842B-53AD935A6529}"/>
              </a:ext>
            </a:extLst>
          </p:cNvPr>
          <p:cNvSpPr>
            <a:spLocks noGrp="1" noChangeAspect="1"/>
          </p:cNvSpPr>
          <p:nvPr>
            <p:ph type="pic" sz="quarter" idx="13"/>
          </p:nvPr>
        </p:nvSpPr>
        <p:spPr>
          <a:xfrm>
            <a:off x="1993392"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1" name="Picture Placeholder 23">
            <a:extLst>
              <a:ext uri="{FF2B5EF4-FFF2-40B4-BE49-F238E27FC236}">
                <a16:creationId xmlns:a16="http://schemas.microsoft.com/office/drawing/2014/main" id="{DBA744D6-401F-C995-EF58-BD24A0DD8581}"/>
              </a:ext>
            </a:extLst>
          </p:cNvPr>
          <p:cNvSpPr>
            <a:spLocks noGrp="1" noChangeAspect="1"/>
          </p:cNvSpPr>
          <p:nvPr>
            <p:ph type="pic" sz="quarter" idx="25"/>
          </p:nvPr>
        </p:nvSpPr>
        <p:spPr>
          <a:xfrm>
            <a:off x="1993392"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218688"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218688"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0" name="Text Placeholder 28">
            <a:extLst>
              <a:ext uri="{FF2B5EF4-FFF2-40B4-BE49-F238E27FC236}">
                <a16:creationId xmlns:a16="http://schemas.microsoft.com/office/drawing/2014/main" id="{B1201CED-247A-16CA-9F03-BF32393D3B56}"/>
              </a:ext>
            </a:extLst>
          </p:cNvPr>
          <p:cNvSpPr>
            <a:spLocks noGrp="1"/>
          </p:cNvSpPr>
          <p:nvPr>
            <p:ph type="body" sz="quarter" idx="31" hasCustomPrompt="1"/>
          </p:nvPr>
        </p:nvSpPr>
        <p:spPr>
          <a:xfrm>
            <a:off x="3218688"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1" name="Text Placeholder 28">
            <a:extLst>
              <a:ext uri="{FF2B5EF4-FFF2-40B4-BE49-F238E27FC236}">
                <a16:creationId xmlns:a16="http://schemas.microsoft.com/office/drawing/2014/main" id="{2D5FA954-036C-191F-7040-1848AB2BE3CA}"/>
              </a:ext>
            </a:extLst>
          </p:cNvPr>
          <p:cNvSpPr>
            <a:spLocks noGrp="1"/>
          </p:cNvSpPr>
          <p:nvPr>
            <p:ph type="body" sz="quarter" idx="32" hasCustomPrompt="1"/>
          </p:nvPr>
        </p:nvSpPr>
        <p:spPr>
          <a:xfrm>
            <a:off x="3218688"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noChangeAspect="1"/>
          </p:cNvSpPr>
          <p:nvPr>
            <p:ph type="pic" sz="quarter" idx="14"/>
          </p:nvPr>
        </p:nvSpPr>
        <p:spPr>
          <a:xfrm>
            <a:off x="4745736"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3" name="Picture Placeholder 23">
            <a:extLst>
              <a:ext uri="{FF2B5EF4-FFF2-40B4-BE49-F238E27FC236}">
                <a16:creationId xmlns:a16="http://schemas.microsoft.com/office/drawing/2014/main" id="{8CFBAF86-D36B-F789-2C9C-78C6830B13C9}"/>
              </a:ext>
            </a:extLst>
          </p:cNvPr>
          <p:cNvSpPr>
            <a:spLocks noGrp="1" noChangeAspect="1"/>
          </p:cNvSpPr>
          <p:nvPr>
            <p:ph type="pic" sz="quarter" idx="26"/>
          </p:nvPr>
        </p:nvSpPr>
        <p:spPr>
          <a:xfrm>
            <a:off x="4745736"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5966787"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5966787"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2" name="Text Placeholder 28">
            <a:extLst>
              <a:ext uri="{FF2B5EF4-FFF2-40B4-BE49-F238E27FC236}">
                <a16:creationId xmlns:a16="http://schemas.microsoft.com/office/drawing/2014/main" id="{6E32CE61-2D9B-C245-0D18-C33760B08537}"/>
              </a:ext>
            </a:extLst>
          </p:cNvPr>
          <p:cNvSpPr>
            <a:spLocks noGrp="1"/>
          </p:cNvSpPr>
          <p:nvPr>
            <p:ph type="body" sz="quarter" idx="33" hasCustomPrompt="1"/>
          </p:nvPr>
        </p:nvSpPr>
        <p:spPr>
          <a:xfrm>
            <a:off x="5966787"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3" name="Text Placeholder 28">
            <a:extLst>
              <a:ext uri="{FF2B5EF4-FFF2-40B4-BE49-F238E27FC236}">
                <a16:creationId xmlns:a16="http://schemas.microsoft.com/office/drawing/2014/main" id="{E4068D0A-21CD-897C-9CC1-0BFDAABBD491}"/>
              </a:ext>
            </a:extLst>
          </p:cNvPr>
          <p:cNvSpPr>
            <a:spLocks noGrp="1"/>
          </p:cNvSpPr>
          <p:nvPr>
            <p:ph type="body" sz="quarter" idx="34" hasCustomPrompt="1"/>
          </p:nvPr>
        </p:nvSpPr>
        <p:spPr>
          <a:xfrm>
            <a:off x="5966787"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noChangeAspect="1"/>
          </p:cNvSpPr>
          <p:nvPr>
            <p:ph type="pic" sz="quarter" idx="15"/>
          </p:nvPr>
        </p:nvSpPr>
        <p:spPr>
          <a:xfrm>
            <a:off x="7498080"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6" name="Picture Placeholder 23">
            <a:extLst>
              <a:ext uri="{FF2B5EF4-FFF2-40B4-BE49-F238E27FC236}">
                <a16:creationId xmlns:a16="http://schemas.microsoft.com/office/drawing/2014/main" id="{C110D526-1AE4-5106-E956-0B2ED3A4D4BC}"/>
              </a:ext>
            </a:extLst>
          </p:cNvPr>
          <p:cNvSpPr>
            <a:spLocks noGrp="1" noChangeAspect="1"/>
          </p:cNvSpPr>
          <p:nvPr>
            <p:ph type="pic" sz="quarter" idx="27"/>
          </p:nvPr>
        </p:nvSpPr>
        <p:spPr>
          <a:xfrm>
            <a:off x="7498080"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8732520" y="2670048"/>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8732520" y="3094300"/>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34" name="Text Placeholder 28">
            <a:extLst>
              <a:ext uri="{FF2B5EF4-FFF2-40B4-BE49-F238E27FC236}">
                <a16:creationId xmlns:a16="http://schemas.microsoft.com/office/drawing/2014/main" id="{3858F91A-46AA-AF23-2716-3B2B678BBE01}"/>
              </a:ext>
            </a:extLst>
          </p:cNvPr>
          <p:cNvSpPr>
            <a:spLocks noGrp="1"/>
          </p:cNvSpPr>
          <p:nvPr>
            <p:ph type="body" sz="quarter" idx="35" hasCustomPrompt="1"/>
          </p:nvPr>
        </p:nvSpPr>
        <p:spPr>
          <a:xfrm>
            <a:off x="8732520" y="4479943"/>
            <a:ext cx="1399032" cy="411480"/>
          </a:xfrm>
        </p:spPr>
        <p:txBody>
          <a:bodyPr lIns="0" tIns="0" rIns="0" bIns="0" anchor="t">
            <a:noAutofit/>
          </a:bodyPr>
          <a:lstStyle>
            <a:lvl1pPr marL="0" indent="0" algn="r">
              <a:lnSpc>
                <a:spcPct val="100000"/>
              </a:lnSpc>
              <a:spcBef>
                <a:spcPts val="0"/>
              </a:spcBef>
              <a:buFont typeface="+mj-lt"/>
              <a:buNone/>
              <a:defRPr sz="1400" b="1" cap="all" spc="100" baseline="0">
                <a:solidFill>
                  <a:schemeClr val="tx1"/>
                </a:solidFill>
                <a:latin typeface="+mj-lt"/>
              </a:defRPr>
            </a:lvl1pPr>
          </a:lstStyle>
          <a:p>
            <a:pPr lvl="0"/>
            <a:r>
              <a:rPr lang="en-US" dirty="0"/>
              <a:t>Name</a:t>
            </a:r>
          </a:p>
        </p:txBody>
      </p:sp>
      <p:sp>
        <p:nvSpPr>
          <p:cNvPr id="35" name="Text Placeholder 28">
            <a:extLst>
              <a:ext uri="{FF2B5EF4-FFF2-40B4-BE49-F238E27FC236}">
                <a16:creationId xmlns:a16="http://schemas.microsoft.com/office/drawing/2014/main" id="{EBC002F6-7435-833F-0E8B-30A53B0755AE}"/>
              </a:ext>
            </a:extLst>
          </p:cNvPr>
          <p:cNvSpPr>
            <a:spLocks noGrp="1"/>
          </p:cNvSpPr>
          <p:nvPr>
            <p:ph type="body" sz="quarter" idx="36" hasCustomPrompt="1"/>
          </p:nvPr>
        </p:nvSpPr>
        <p:spPr>
          <a:xfrm>
            <a:off x="8732520" y="4904195"/>
            <a:ext cx="1399032" cy="517580"/>
          </a:xfrm>
        </p:spPr>
        <p:txBody>
          <a:bodyPr lIns="0" tIns="0" rIns="0" bIns="0">
            <a:noAutofit/>
          </a:bodyPr>
          <a:lstStyle>
            <a:lvl1pPr marL="0" indent="0" algn="r">
              <a:lnSpc>
                <a:spcPct val="100000"/>
              </a:lnSpc>
              <a:spcBef>
                <a:spcPts val="0"/>
              </a:spcBef>
              <a:buNone/>
              <a:defRPr sz="1200" b="0" spc="100" baseline="0">
                <a:solidFill>
                  <a:schemeClr val="tx1"/>
                </a:solidFill>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noChangeAspect="1"/>
          </p:cNvSpPr>
          <p:nvPr>
            <p:ph type="pic" sz="quarter" idx="16"/>
          </p:nvPr>
        </p:nvSpPr>
        <p:spPr>
          <a:xfrm>
            <a:off x="10250424" y="2450592"/>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27" name="Picture Placeholder 23">
            <a:extLst>
              <a:ext uri="{FF2B5EF4-FFF2-40B4-BE49-F238E27FC236}">
                <a16:creationId xmlns:a16="http://schemas.microsoft.com/office/drawing/2014/main" id="{2CBF8435-BD05-F386-4E6E-F2B6F6894FD7}"/>
              </a:ext>
            </a:extLst>
          </p:cNvPr>
          <p:cNvSpPr>
            <a:spLocks noGrp="1" noChangeAspect="1"/>
          </p:cNvSpPr>
          <p:nvPr>
            <p:ph type="pic" sz="quarter" idx="28"/>
          </p:nvPr>
        </p:nvSpPr>
        <p:spPr>
          <a:xfrm>
            <a:off x="10250424" y="4260487"/>
            <a:ext cx="1161288" cy="1161288"/>
          </a:xfrm>
        </p:spPr>
        <p:txBody>
          <a:bodyPr>
            <a:normAutofit/>
          </a:bodyPr>
          <a:lstStyle>
            <a:lvl1pPr marL="0" indent="0">
              <a:buNone/>
              <a:defRPr sz="1400">
                <a:solidFill>
                  <a:schemeClr val="tx1"/>
                </a:solidFill>
              </a:defRPr>
            </a:lvl1pPr>
          </a:lstStyle>
          <a:p>
            <a:r>
              <a:rPr lang="en-US"/>
              <a:t>Click icon to add picture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8" name="Straight Connector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5523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 Colum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345C5D8-082A-AC27-3801-7A6EC375195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8809"/>
          <a:stretch/>
        </p:blipFill>
        <p:spPr>
          <a:xfrm>
            <a:off x="0" y="0"/>
            <a:ext cx="5467552" cy="2350008"/>
          </a:xfrm>
          <a:prstGeom prst="rect">
            <a:avLst/>
          </a:prstGeom>
        </p:spPr>
      </p:pic>
      <p:pic>
        <p:nvPicPr>
          <p:cNvPr id="15" name="Picture 14">
            <a:extLst>
              <a:ext uri="{FF2B5EF4-FFF2-40B4-BE49-F238E27FC236}">
                <a16:creationId xmlns:a16="http://schemas.microsoft.com/office/drawing/2014/main" id="{3531883F-9B23-B442-5F02-C2D25BB37CA5}"/>
              </a:ext>
            </a:extLst>
          </p:cNvPr>
          <p:cNvPicPr>
            <a:picLocks noChangeAspect="1"/>
          </p:cNvPicPr>
          <p:nvPr userDrawn="1"/>
        </p:nvPicPr>
        <p:blipFill>
          <a:blip r:embed="rId3"/>
          <a:stretch>
            <a:fillRect/>
          </a:stretch>
        </p:blipFill>
        <p:spPr>
          <a:xfrm>
            <a:off x="7241236" y="1234440"/>
            <a:ext cx="4950764" cy="5623560"/>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3127248"/>
            <a:ext cx="2029968" cy="2514600"/>
          </a:xfrm>
          <a:solidFill>
            <a:schemeClr val="accent6">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284378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2843784" y="3127248"/>
            <a:ext cx="2029968" cy="2514600"/>
          </a:xfrm>
          <a:solidFill>
            <a:schemeClr val="accent5">
              <a:alpha val="3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5084064"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5084064"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0" name="Text Placeholder 4">
            <a:extLst>
              <a:ext uri="{FF2B5EF4-FFF2-40B4-BE49-F238E27FC236}">
                <a16:creationId xmlns:a16="http://schemas.microsoft.com/office/drawing/2014/main" id="{843F725B-A33F-7FB2-E5C4-96EA154660E9}"/>
              </a:ext>
            </a:extLst>
          </p:cNvPr>
          <p:cNvSpPr>
            <a:spLocks noGrp="1"/>
          </p:cNvSpPr>
          <p:nvPr>
            <p:ph type="body" sz="quarter" idx="15"/>
          </p:nvPr>
        </p:nvSpPr>
        <p:spPr>
          <a:xfrm>
            <a:off x="7315200"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5">
            <a:extLst>
              <a:ext uri="{FF2B5EF4-FFF2-40B4-BE49-F238E27FC236}">
                <a16:creationId xmlns:a16="http://schemas.microsoft.com/office/drawing/2014/main" id="{D9DD0DA7-5A1E-5312-178F-13561EF7C233}"/>
              </a:ext>
            </a:extLst>
          </p:cNvPr>
          <p:cNvSpPr>
            <a:spLocks noGrp="1"/>
          </p:cNvSpPr>
          <p:nvPr>
            <p:ph sz="quarter" idx="16"/>
          </p:nvPr>
        </p:nvSpPr>
        <p:spPr>
          <a:xfrm>
            <a:off x="7315200" y="3127248"/>
            <a:ext cx="2029968" cy="2514600"/>
          </a:xfrm>
          <a:solidFill>
            <a:schemeClr val="accent1">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22" name="Text Placeholder 4">
            <a:extLst>
              <a:ext uri="{FF2B5EF4-FFF2-40B4-BE49-F238E27FC236}">
                <a16:creationId xmlns:a16="http://schemas.microsoft.com/office/drawing/2014/main" id="{5FBC3880-98AC-466C-7AD1-FDC8B3958705}"/>
              </a:ext>
            </a:extLst>
          </p:cNvPr>
          <p:cNvSpPr>
            <a:spLocks noGrp="1"/>
          </p:cNvSpPr>
          <p:nvPr>
            <p:ph type="body" sz="quarter" idx="17"/>
          </p:nvPr>
        </p:nvSpPr>
        <p:spPr>
          <a:xfrm>
            <a:off x="9546336" y="2438400"/>
            <a:ext cx="2029968" cy="530352"/>
          </a:xfrm>
          <a:solidFill>
            <a:schemeClr val="tx1"/>
          </a:solidFill>
        </p:spPr>
        <p:txBody>
          <a:bodyPr anchor="ctr"/>
          <a:lstStyle>
            <a:lvl1pPr marL="0" indent="0" algn="ctr">
              <a:lnSpc>
                <a:spcPct val="100000"/>
              </a:lnSpc>
              <a:spcBef>
                <a:spcPts val="1000"/>
              </a:spcBef>
              <a:buNone/>
              <a:defRPr sz="2000" b="1" cap="all" spc="20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5">
            <a:extLst>
              <a:ext uri="{FF2B5EF4-FFF2-40B4-BE49-F238E27FC236}">
                <a16:creationId xmlns:a16="http://schemas.microsoft.com/office/drawing/2014/main" id="{24965100-8EF5-0264-CEE5-BD5BF1901635}"/>
              </a:ext>
            </a:extLst>
          </p:cNvPr>
          <p:cNvSpPr>
            <a:spLocks noGrp="1"/>
          </p:cNvSpPr>
          <p:nvPr>
            <p:ph sz="quarter" idx="18"/>
          </p:nvPr>
        </p:nvSpPr>
        <p:spPr>
          <a:xfrm>
            <a:off x="9546336" y="3127248"/>
            <a:ext cx="2029968" cy="2514600"/>
          </a:xfrm>
          <a:solidFill>
            <a:schemeClr val="accent4">
              <a:lumMod val="20000"/>
              <a:lumOff val="80000"/>
              <a:alpha val="50000"/>
            </a:schemeClr>
          </a:solidFill>
          <a:ln>
            <a:solidFill>
              <a:schemeClr val="tx1"/>
            </a:solidFill>
          </a:ln>
        </p:spPr>
        <p:txBody>
          <a:bodyPr tIns="182880" bIns="91440"/>
          <a:lstStyle>
            <a:lvl1pPr marL="0" indent="0">
              <a:lnSpc>
                <a:spcPct val="100000"/>
              </a:lnSpc>
              <a:spcBef>
                <a:spcPts val="0"/>
              </a:spcBef>
              <a:buNone/>
              <a:defRPr sz="1600" spc="100" baseline="0"/>
            </a:lvl1pPr>
            <a:lvl2pPr marL="228600">
              <a:lnSpc>
                <a:spcPct val="100000"/>
              </a:lnSpc>
              <a:spcBef>
                <a:spcPts val="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8653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C3D06-2435-B655-8AA5-11CCBBEF19D4}"/>
              </a:ext>
            </a:extLst>
          </p:cNvPr>
          <p:cNvPicPr>
            <a:picLocks noChangeAspect="1"/>
          </p:cNvPicPr>
          <p:nvPr userDrawn="1"/>
        </p:nvPicPr>
        <p:blipFill>
          <a:blip r:embed="rId2"/>
          <a:stretch>
            <a:fillRect/>
          </a:stretch>
        </p:blipFill>
        <p:spPr>
          <a:xfrm>
            <a:off x="8762234" y="0"/>
            <a:ext cx="3429766" cy="6821424"/>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4" name="Text Placeholder 33">
            <a:extLst>
              <a:ext uri="{FF2B5EF4-FFF2-40B4-BE49-F238E27FC236}">
                <a16:creationId xmlns:a16="http://schemas.microsoft.com/office/drawing/2014/main" id="{5D1E9421-BC85-99CB-EB40-1863FA622747}"/>
              </a:ext>
            </a:extLst>
          </p:cNvPr>
          <p:cNvSpPr>
            <a:spLocks noGrp="1"/>
          </p:cNvSpPr>
          <p:nvPr>
            <p:ph type="body" sz="quarter" idx="13" hasCustomPrompt="1"/>
          </p:nvPr>
        </p:nvSpPr>
        <p:spPr>
          <a:xfrm rot="16200000">
            <a:off x="-25907" y="3072704"/>
            <a:ext cx="1783080" cy="512064"/>
          </a:xfrm>
          <a:solidFill>
            <a:schemeClr val="accent1"/>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1" name="Text Placeholder 40">
            <a:extLst>
              <a:ext uri="{FF2B5EF4-FFF2-40B4-BE49-F238E27FC236}">
                <a16:creationId xmlns:a16="http://schemas.microsoft.com/office/drawing/2014/main" id="{47BABAF8-5220-1E24-CE43-927FCCA269AE}"/>
              </a:ext>
            </a:extLst>
          </p:cNvPr>
          <p:cNvSpPr>
            <a:spLocks noGrp="1"/>
          </p:cNvSpPr>
          <p:nvPr>
            <p:ph type="body" sz="quarter" idx="18"/>
          </p:nvPr>
        </p:nvSpPr>
        <p:spPr>
          <a:xfrm>
            <a:off x="1146218" y="2432434"/>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8" name="Text Placeholder 33">
            <a:extLst>
              <a:ext uri="{FF2B5EF4-FFF2-40B4-BE49-F238E27FC236}">
                <a16:creationId xmlns:a16="http://schemas.microsoft.com/office/drawing/2014/main" id="{F1D095F8-4552-1F88-C37B-99775B68ACCE}"/>
              </a:ext>
            </a:extLst>
          </p:cNvPr>
          <p:cNvSpPr>
            <a:spLocks noGrp="1"/>
          </p:cNvSpPr>
          <p:nvPr>
            <p:ph type="body" sz="quarter" idx="16" hasCustomPrompt="1"/>
          </p:nvPr>
        </p:nvSpPr>
        <p:spPr>
          <a:xfrm rot="16200000">
            <a:off x="2196136" y="4517644"/>
            <a:ext cx="1783080" cy="512064"/>
          </a:xfrm>
          <a:solidFill>
            <a:schemeClr val="accent2"/>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8" name="Text Placeholder 40">
            <a:extLst>
              <a:ext uri="{FF2B5EF4-FFF2-40B4-BE49-F238E27FC236}">
                <a16:creationId xmlns:a16="http://schemas.microsoft.com/office/drawing/2014/main" id="{4C4BFA3E-7B57-DCDD-4EA6-16C64A3756BF}"/>
              </a:ext>
            </a:extLst>
          </p:cNvPr>
          <p:cNvSpPr>
            <a:spLocks noGrp="1"/>
          </p:cNvSpPr>
          <p:nvPr>
            <p:ph type="body" sz="quarter" idx="22"/>
          </p:nvPr>
        </p:nvSpPr>
        <p:spPr>
          <a:xfrm>
            <a:off x="3383307"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5" name="Text Placeholder 33">
            <a:extLst>
              <a:ext uri="{FF2B5EF4-FFF2-40B4-BE49-F238E27FC236}">
                <a16:creationId xmlns:a16="http://schemas.microsoft.com/office/drawing/2014/main" id="{C65BF0DD-74C0-E055-CCAC-600751F51727}"/>
              </a:ext>
            </a:extLst>
          </p:cNvPr>
          <p:cNvSpPr>
            <a:spLocks noGrp="1"/>
          </p:cNvSpPr>
          <p:nvPr>
            <p:ph type="body" sz="quarter" idx="14" hasCustomPrompt="1"/>
          </p:nvPr>
        </p:nvSpPr>
        <p:spPr>
          <a:xfrm rot="16200000">
            <a:off x="4418179" y="3067943"/>
            <a:ext cx="1783080" cy="512064"/>
          </a:xfrm>
          <a:solidFill>
            <a:schemeClr val="accent3"/>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4" name="Text Placeholder 40">
            <a:extLst>
              <a:ext uri="{FF2B5EF4-FFF2-40B4-BE49-F238E27FC236}">
                <a16:creationId xmlns:a16="http://schemas.microsoft.com/office/drawing/2014/main" id="{25927394-D1A0-C084-C689-F7A4EEE924CB}"/>
              </a:ext>
            </a:extLst>
          </p:cNvPr>
          <p:cNvSpPr>
            <a:spLocks noGrp="1"/>
          </p:cNvSpPr>
          <p:nvPr>
            <p:ph type="body" sz="quarter" idx="19"/>
          </p:nvPr>
        </p:nvSpPr>
        <p:spPr>
          <a:xfrm>
            <a:off x="5589586" y="2432435"/>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9" name="Text Placeholder 33">
            <a:extLst>
              <a:ext uri="{FF2B5EF4-FFF2-40B4-BE49-F238E27FC236}">
                <a16:creationId xmlns:a16="http://schemas.microsoft.com/office/drawing/2014/main" id="{08F0F1F2-0D4E-95EA-349B-D734163FD55B}"/>
              </a:ext>
            </a:extLst>
          </p:cNvPr>
          <p:cNvSpPr>
            <a:spLocks noGrp="1"/>
          </p:cNvSpPr>
          <p:nvPr>
            <p:ph type="body" sz="quarter" idx="17" hasCustomPrompt="1"/>
          </p:nvPr>
        </p:nvSpPr>
        <p:spPr>
          <a:xfrm rot="16200000">
            <a:off x="6640222" y="4517644"/>
            <a:ext cx="1783080" cy="512064"/>
          </a:xfrm>
          <a:solidFill>
            <a:schemeClr val="accent4"/>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6" name="Text Placeholder 40">
            <a:extLst>
              <a:ext uri="{FF2B5EF4-FFF2-40B4-BE49-F238E27FC236}">
                <a16:creationId xmlns:a16="http://schemas.microsoft.com/office/drawing/2014/main" id="{B322E7EB-0174-5A8C-5BE3-F501B5670FAD}"/>
              </a:ext>
            </a:extLst>
          </p:cNvPr>
          <p:cNvSpPr>
            <a:spLocks noGrp="1"/>
          </p:cNvSpPr>
          <p:nvPr>
            <p:ph type="body" sz="quarter" idx="21"/>
          </p:nvPr>
        </p:nvSpPr>
        <p:spPr>
          <a:xfrm>
            <a:off x="7827392" y="3882136"/>
            <a:ext cx="1644986"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36" name="Text Placeholder 33">
            <a:extLst>
              <a:ext uri="{FF2B5EF4-FFF2-40B4-BE49-F238E27FC236}">
                <a16:creationId xmlns:a16="http://schemas.microsoft.com/office/drawing/2014/main" id="{36C15449-A445-41A6-EAD9-37446450CC14}"/>
              </a:ext>
            </a:extLst>
          </p:cNvPr>
          <p:cNvSpPr>
            <a:spLocks noGrp="1"/>
          </p:cNvSpPr>
          <p:nvPr>
            <p:ph type="body" sz="quarter" idx="15" hasCustomPrompt="1"/>
          </p:nvPr>
        </p:nvSpPr>
        <p:spPr>
          <a:xfrm rot="16200000">
            <a:off x="8862264" y="3072704"/>
            <a:ext cx="1783080" cy="512064"/>
          </a:xfrm>
          <a:solidFill>
            <a:schemeClr val="accent5"/>
          </a:solidFill>
        </p:spPr>
        <p:txBody>
          <a:bodyPr anchor="ctr"/>
          <a:lstStyle>
            <a:lvl1pPr marL="0" indent="0" algn="ctr">
              <a:lnSpc>
                <a:spcPct val="100000"/>
              </a:lnSpc>
              <a:spcBef>
                <a:spcPts val="0"/>
              </a:spcBef>
              <a:buNone/>
              <a:defRPr sz="2000" b="1" cap="all" spc="200" baseline="0"/>
            </a:lvl1pPr>
          </a:lstStyle>
          <a:p>
            <a:pPr lvl="0"/>
            <a:r>
              <a:rPr lang="en-US" dirty="0"/>
              <a:t>MMM YYYY</a:t>
            </a:r>
          </a:p>
        </p:txBody>
      </p:sp>
      <p:sp>
        <p:nvSpPr>
          <p:cNvPr id="45" name="Text Placeholder 40">
            <a:extLst>
              <a:ext uri="{FF2B5EF4-FFF2-40B4-BE49-F238E27FC236}">
                <a16:creationId xmlns:a16="http://schemas.microsoft.com/office/drawing/2014/main" id="{E6B7327B-EA3B-790D-AB08-0ED1D2FB401B}"/>
              </a:ext>
            </a:extLst>
          </p:cNvPr>
          <p:cNvSpPr>
            <a:spLocks noGrp="1"/>
          </p:cNvSpPr>
          <p:nvPr>
            <p:ph type="body" sz="quarter" idx="20"/>
          </p:nvPr>
        </p:nvSpPr>
        <p:spPr>
          <a:xfrm>
            <a:off x="10035230" y="2437196"/>
            <a:ext cx="1796654" cy="1783080"/>
          </a:xfrm>
        </p:spPr>
        <p:txBody>
          <a:bodyPr lIns="91440" tIns="0" rIns="0" bIns="0" anchor="ctr"/>
          <a:lstStyle>
            <a:lvl1pPr marL="0" indent="0">
              <a:lnSpc>
                <a:spcPct val="100000"/>
              </a:lnSpc>
              <a:spcBef>
                <a:spcPts val="0"/>
              </a:spcBef>
              <a:buNone/>
              <a:defRPr sz="1600" spc="100" baseline="0"/>
            </a:lvl1pPr>
          </a:lstStyle>
          <a:p>
            <a:pPr lvl="0"/>
            <a:r>
              <a:rPr lang="en-US"/>
              <a:t>Click to edit Master text styles</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2120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70F102-837A-486A-0CD4-E957B66B872C}"/>
              </a:ext>
            </a:extLst>
          </p:cNvPr>
          <p:cNvPicPr>
            <a:picLocks noChangeAspect="1"/>
          </p:cNvPicPr>
          <p:nvPr userDrawn="1"/>
        </p:nvPicPr>
        <p:blipFill>
          <a:blip r:embed="rId2"/>
          <a:stretch>
            <a:fillRect/>
          </a:stretch>
        </p:blipFill>
        <p:spPr>
          <a:xfrm>
            <a:off x="0" y="3931920"/>
            <a:ext cx="5470497" cy="2926080"/>
          </a:xfrm>
          <a:prstGeom prst="rect">
            <a:avLst/>
          </a:prstGeom>
        </p:spPr>
      </p:pic>
      <p:pic>
        <p:nvPicPr>
          <p:cNvPr id="16" name="Picture 15">
            <a:extLst>
              <a:ext uri="{FF2B5EF4-FFF2-40B4-BE49-F238E27FC236}">
                <a16:creationId xmlns:a16="http://schemas.microsoft.com/office/drawing/2014/main" id="{519FAF77-1797-C11F-A1A9-B351E30B37C2}"/>
              </a:ext>
            </a:extLst>
          </p:cNvPr>
          <p:cNvPicPr>
            <a:picLocks noChangeAspect="1"/>
          </p:cNvPicPr>
          <p:nvPr userDrawn="1"/>
        </p:nvPicPr>
        <p:blipFill>
          <a:blip r:embed="rId3"/>
          <a:stretch>
            <a:fillRect/>
          </a:stretch>
        </p:blipFill>
        <p:spPr>
          <a:xfrm>
            <a:off x="7208215" y="0"/>
            <a:ext cx="4983785" cy="2276856"/>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5157787"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5157787"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6400800" y="2438400"/>
            <a:ext cx="5183188"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400800" y="2871216"/>
            <a:ext cx="5183188" cy="3247462"/>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2460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hree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1E66A3-7FD1-08A5-8B20-36C5331DCF69}"/>
              </a:ext>
            </a:extLst>
          </p:cNvPr>
          <p:cNvPicPr>
            <a:picLocks noChangeAspect="1"/>
          </p:cNvPicPr>
          <p:nvPr userDrawn="1"/>
        </p:nvPicPr>
        <p:blipFill>
          <a:blip r:embed="rId2"/>
          <a:stretch>
            <a:fillRect/>
          </a:stretch>
        </p:blipFill>
        <p:spPr>
          <a:xfrm>
            <a:off x="6453650" y="4014216"/>
            <a:ext cx="5738350" cy="2843784"/>
          </a:xfrm>
          <a:prstGeom prst="rect">
            <a:avLst/>
          </a:prstGeom>
        </p:spPr>
      </p:pic>
      <p:pic>
        <p:nvPicPr>
          <p:cNvPr id="14" name="Picture 13">
            <a:extLst>
              <a:ext uri="{FF2B5EF4-FFF2-40B4-BE49-F238E27FC236}">
                <a16:creationId xmlns:a16="http://schemas.microsoft.com/office/drawing/2014/main" id="{4464B067-71A6-CB30-BD46-5499FAAE00F9}"/>
              </a:ext>
            </a:extLst>
          </p:cNvPr>
          <p:cNvPicPr>
            <a:picLocks noChangeAspect="1"/>
          </p:cNvPicPr>
          <p:nvPr userDrawn="1"/>
        </p:nvPicPr>
        <p:blipFill>
          <a:blip r:embed="rId3"/>
          <a:stretch>
            <a:fillRect/>
          </a:stretch>
        </p:blipFill>
        <p:spPr>
          <a:xfrm>
            <a:off x="0" y="0"/>
            <a:ext cx="5458968" cy="2919913"/>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61264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61264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07408"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07408"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9A48939F-0CF9-9CBD-F606-7A4850B910A1}"/>
              </a:ext>
            </a:extLst>
          </p:cNvPr>
          <p:cNvSpPr>
            <a:spLocks noGrp="1"/>
          </p:cNvSpPr>
          <p:nvPr>
            <p:ph type="body" sz="quarter" idx="13"/>
          </p:nvPr>
        </p:nvSpPr>
        <p:spPr>
          <a:xfrm>
            <a:off x="8183880" y="2438400"/>
            <a:ext cx="3419856" cy="365760"/>
          </a:xfrm>
        </p:spPr>
        <p:txBody>
          <a:bodyPr anchor="t"/>
          <a:lstStyle>
            <a:lvl1pPr marL="0" indent="0">
              <a:lnSpc>
                <a:spcPct val="100000"/>
              </a:lnSpc>
              <a:spcBef>
                <a:spcPts val="1000"/>
              </a:spcBef>
              <a:buNone/>
              <a:defRPr sz="2000" b="1" cap="all" spc="2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693BC756-2B97-9751-B879-03B6F1C405C3}"/>
              </a:ext>
            </a:extLst>
          </p:cNvPr>
          <p:cNvSpPr>
            <a:spLocks noGrp="1"/>
          </p:cNvSpPr>
          <p:nvPr>
            <p:ph sz="quarter" idx="14"/>
          </p:nvPr>
        </p:nvSpPr>
        <p:spPr>
          <a:xfrm>
            <a:off x="8183880" y="2871216"/>
            <a:ext cx="3419856" cy="2925554"/>
          </a:xfrm>
        </p:spPr>
        <p:txBody>
          <a:bodyPr/>
          <a:lstStyle>
            <a:lvl1pPr>
              <a:lnSpc>
                <a:spcPct val="100000"/>
              </a:lnSpc>
              <a:spcBef>
                <a:spcPts val="1000"/>
              </a:spcBef>
              <a:defRPr sz="1600" spc="100" baseline="0"/>
            </a:lvl1pPr>
            <a:lvl2pPr>
              <a:lnSpc>
                <a:spcPct val="100000"/>
              </a:lnSpc>
              <a:spcBef>
                <a:spcPts val="1000"/>
              </a:spcBef>
              <a:defRPr sz="1400" spc="100" baseline="0"/>
            </a:lvl2pPr>
            <a:lvl3pPr>
              <a:lnSpc>
                <a:spcPct val="100000"/>
              </a:lnSpc>
              <a:spcBef>
                <a:spcPts val="1000"/>
              </a:spcBef>
              <a:defRPr sz="1200" spc="100" baseline="0"/>
            </a:lvl3pPr>
            <a:lvl4pPr>
              <a:lnSpc>
                <a:spcPct val="100000"/>
              </a:lnSpc>
              <a:spcBef>
                <a:spcPts val="1000"/>
              </a:spcBef>
              <a:defRPr sz="1100" spc="100" baseline="0"/>
            </a:lvl4pPr>
            <a:lvl5pPr>
              <a:lnSpc>
                <a:spcPct val="100000"/>
              </a:lnSpc>
              <a:spcBef>
                <a:spcPts val="1000"/>
              </a:spcBef>
              <a:defRPr sz="11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10" name="Straight Connector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9287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5F45936-2436-D9FD-A05D-F3C70F90FDCC}"/>
              </a:ext>
            </a:extLst>
          </p:cNvPr>
          <p:cNvPicPr>
            <a:picLocks noChangeAspect="1"/>
          </p:cNvPicPr>
          <p:nvPr userDrawn="1"/>
        </p:nvPicPr>
        <p:blipFill>
          <a:blip r:embed="rId2"/>
          <a:stretch>
            <a:fillRect/>
          </a:stretch>
        </p:blipFill>
        <p:spPr>
          <a:xfrm>
            <a:off x="0" y="3758530"/>
            <a:ext cx="4700016" cy="3099470"/>
          </a:xfrm>
          <a:prstGeom prst="rect">
            <a:avLst/>
          </a:prstGeom>
        </p:spPr>
      </p:pic>
      <p:pic>
        <p:nvPicPr>
          <p:cNvPr id="8" name="Picture 7">
            <a:extLst>
              <a:ext uri="{FF2B5EF4-FFF2-40B4-BE49-F238E27FC236}">
                <a16:creationId xmlns:a16="http://schemas.microsoft.com/office/drawing/2014/main" id="{0DF862D5-CF3B-E45B-934F-ACEF42B35BB4}"/>
              </a:ext>
            </a:extLst>
          </p:cNvPr>
          <p:cNvPicPr>
            <a:picLocks noChangeAspect="1"/>
          </p:cNvPicPr>
          <p:nvPr userDrawn="1"/>
        </p:nvPicPr>
        <p:blipFill>
          <a:blip r:embed="rId3"/>
          <a:stretch>
            <a:fillRect/>
          </a:stretch>
        </p:blipFill>
        <p:spPr>
          <a:xfrm>
            <a:off x="0" y="0"/>
            <a:ext cx="5148072" cy="3436275"/>
          </a:xfrm>
          <a:prstGeom prst="rect">
            <a:avLst/>
          </a:prstGeom>
        </p:spPr>
      </p:pic>
      <p:sp>
        <p:nvSpPr>
          <p:cNvPr id="12" name="Title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a:lstStyle>
            <a:lvl1pPr algn="r">
              <a:defRPr sz="4800" cap="all" spc="400" baseline="0"/>
            </a:lvl1pPr>
          </a:lstStyle>
          <a:p>
            <a:r>
              <a:rPr lang="en-US"/>
              <a:t>Click to edit Master title style</a:t>
            </a:r>
            <a:endParaRPr lang="en-US" dirty="0"/>
          </a:p>
        </p:txBody>
      </p:sp>
      <p:sp>
        <p:nvSpPr>
          <p:cNvPr id="14" name="Content Placeholder 13">
            <a:extLst>
              <a:ext uri="{FF2B5EF4-FFF2-40B4-BE49-F238E27FC236}">
                <a16:creationId xmlns:a16="http://schemas.microsoft.com/office/drawing/2014/main" id="{59AC38BE-9C76-A3FA-7823-F4A4B43AB754}"/>
              </a:ext>
            </a:extLst>
          </p:cNvPr>
          <p:cNvSpPr>
            <a:spLocks noGrp="1"/>
          </p:cNvSpPr>
          <p:nvPr>
            <p:ph sz="quarter" idx="13"/>
          </p:nvPr>
        </p:nvSpPr>
        <p:spPr>
          <a:xfrm>
            <a:off x="6400800" y="1216025"/>
            <a:ext cx="5184648" cy="4416425"/>
          </a:xfrm>
        </p:spPr>
        <p:txBody>
          <a:bodyPr anchor="ctr"/>
          <a:lstStyle>
            <a:lvl1pPr marL="0" indent="0">
              <a:lnSpc>
                <a:spcPct val="150000"/>
              </a:lnSpc>
              <a:spcBef>
                <a:spcPts val="1000"/>
              </a:spcBef>
              <a:buNone/>
              <a:defRPr sz="1600" spc="100" baseline="0"/>
            </a:lvl1pPr>
            <a:lvl2pPr marL="228600">
              <a:lnSpc>
                <a:spcPct val="150000"/>
              </a:lnSpc>
              <a:spcBef>
                <a:spcPts val="1000"/>
              </a:spcBef>
              <a:defRPr sz="1600" spc="100" baseline="0"/>
            </a:lvl2pPr>
            <a:lvl3pPr marL="457200">
              <a:lnSpc>
                <a:spcPct val="150000"/>
              </a:lnSpc>
              <a:spcBef>
                <a:spcPts val="1000"/>
              </a:spcBef>
              <a:defRPr sz="1600" spc="100" baseline="0"/>
            </a:lvl3pPr>
            <a:lvl4pPr marL="685800">
              <a:lnSpc>
                <a:spcPct val="150000"/>
              </a:lnSpc>
              <a:spcBef>
                <a:spcPts val="1000"/>
              </a:spcBef>
              <a:defRPr sz="1600" spc="100" baseline="0"/>
            </a:lvl4pPr>
            <a:lvl5pPr marL="914400">
              <a:lnSpc>
                <a:spcPct val="150000"/>
              </a:lnSpc>
              <a:spcBef>
                <a:spcPts val="1000"/>
              </a:spcBef>
              <a:defRPr sz="1600" spc="1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888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9AFB71-7F33-280E-7877-06F4AFFF063A}"/>
              </a:ext>
            </a:extLst>
          </p:cNvPr>
          <p:cNvPicPr>
            <a:picLocks noChangeAspect="1"/>
          </p:cNvPicPr>
          <p:nvPr userDrawn="1"/>
        </p:nvPicPr>
        <p:blipFill>
          <a:blip r:embed="rId2"/>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anchor="t">
            <a:noAutofit/>
          </a:bodyPr>
          <a:lstStyle>
            <a:lvl1pPr algn="l">
              <a:defRPr sz="9600" spc="300" baseline="0">
                <a:ln w="28575">
                  <a:solidFill>
                    <a:schemeClr val="tx1"/>
                  </a:solidFill>
                </a:ln>
                <a:noFill/>
              </a:defRPr>
            </a:lvl1pPr>
          </a:lstStyle>
          <a:p>
            <a:r>
              <a:rPr lang="en-US" dirty="0"/>
              <a:t>CLICK TO EDIT MASTER TITLE STYLE</a:t>
            </a:r>
          </a:p>
        </p:txBody>
      </p:sp>
      <p:sp>
        <p:nvSpPr>
          <p:cNvPr id="10" name="Subtitle 2">
            <a:extLst>
              <a:ext uri="{FF2B5EF4-FFF2-40B4-BE49-F238E27FC236}">
                <a16:creationId xmlns:a16="http://schemas.microsoft.com/office/drawing/2014/main" id="{DC93615E-193E-5253-6EE0-EC01791E3A3A}"/>
              </a:ext>
            </a:extLst>
          </p:cNvPr>
          <p:cNvSpPr>
            <a:spLocks noGrp="1"/>
          </p:cNvSpPr>
          <p:nvPr>
            <p:ph type="subTitle" idx="1"/>
          </p:nvPr>
        </p:nvSpPr>
        <p:spPr>
          <a:xfrm>
            <a:off x="1078992" y="3483864"/>
            <a:ext cx="10040112" cy="1280160"/>
          </a:xfrm>
        </p:spPr>
        <p:txBody>
          <a:bodyPr/>
          <a:lstStyle>
            <a:lvl1pPr marL="0" indent="0" algn="l">
              <a:buNone/>
              <a:defRPr sz="2400" b="1"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40355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5" name="Straight Connector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3BDEDC48-AA67-6FC9-FF0E-CD3CB49A502F}"/>
              </a:ext>
            </a:extLst>
          </p:cNvPr>
          <p:cNvSpPr>
            <a:spLocks noGrp="1"/>
          </p:cNvSpPr>
          <p:nvPr>
            <p:ph type="title"/>
          </p:nvPr>
        </p:nvSpPr>
        <p:spPr>
          <a:xfrm>
            <a:off x="612648" y="868679"/>
            <a:ext cx="10972800" cy="1572768"/>
          </a:xfrm>
        </p:spPr>
        <p:txBody>
          <a:bodyPr lIns="91440" tIns="182880" rIns="91440" bIns="0"/>
          <a:lstStyle>
            <a:lvl1pPr algn="ctr">
              <a:lnSpc>
                <a:spcPct val="90000"/>
              </a:lnSpc>
              <a:defRPr sz="4800" spc="400" baseline="0"/>
            </a:lvl1pPr>
          </a:lstStyle>
          <a:p>
            <a:r>
              <a:rPr lang="en-US"/>
              <a:t>Click to edit Master title style</a:t>
            </a:r>
            <a:endParaRPr lang="en-US" dirty="0"/>
          </a:p>
        </p:txBody>
      </p:sp>
    </p:spTree>
    <p:extLst>
      <p:ext uri="{BB962C8B-B14F-4D97-AF65-F5344CB8AC3E}">
        <p14:creationId xmlns:p14="http://schemas.microsoft.com/office/powerpoint/2010/main" val="2875107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418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5754AE8D-13E4-BDDA-7C36-A9E08FD0A0E8}"/>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CE37136-8479-8CDC-7EEB-030C1A8151EF}"/>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200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atin typeface="+mj-lt"/>
              </a:defRPr>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a:xfrm>
            <a:off x="4038600" y="11575"/>
            <a:ext cx="4114800" cy="856526"/>
          </a:xfrm>
          <a:prstGeom prst="rect">
            <a:avLst/>
          </a:prstGeom>
        </p:spPr>
        <p:txBody>
          <a:bodyPr/>
          <a:lstStyle/>
          <a:p>
            <a:r>
              <a:rPr lang="en-US" dirty="0"/>
              <a:t>PRESENTATION TITLE</a:t>
            </a:r>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a:xfrm>
            <a:off x="4038600" y="6006546"/>
            <a:ext cx="4114800" cy="851453"/>
          </a:xfrm>
          <a:prstGeom prst="rect">
            <a:avLst/>
          </a:prstGeom>
        </p:spPr>
        <p:txBody>
          <a:bodyPr/>
          <a:lstStyle/>
          <a:p>
            <a:fld id="{294A09A9-5501-47C1-A89A-A340965A2BE2}" type="slidenum">
              <a:rPr lang="en-US" smtClean="0"/>
              <a:t>‹#›</a:t>
            </a:fld>
            <a:endParaRPr lang="en-US" dirty="0"/>
          </a:p>
        </p:txBody>
      </p:sp>
      <p:cxnSp>
        <p:nvCxnSpPr>
          <p:cNvPr id="8" name="Straight Connector 7">
            <a:extLst>
              <a:ext uri="{FF2B5EF4-FFF2-40B4-BE49-F238E27FC236}">
                <a16:creationId xmlns:a16="http://schemas.microsoft.com/office/drawing/2014/main" id="{1DC6EFE9-BD9C-6124-823A-BD1C488321D2}"/>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21B53473-DF27-C657-627F-ED66976E076B}"/>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5165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E020D11E-3FF2-1E7F-038B-4F9534916FEB}"/>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1660127"/>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3104752"/>
            <a:ext cx="11430000" cy="2092281"/>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11575"/>
            <a:ext cx="4114800" cy="856526"/>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4038600" y="6006546"/>
            <a:ext cx="4114800" cy="851453"/>
          </a:xfrm>
          <a:prstGeom prst="rect">
            <a:avLst/>
          </a:prstGeom>
        </p:spPr>
        <p:txBody>
          <a:bodyPr vert="horz" lIns="91440" tIns="45720" rIns="91440" bIns="45720" rtlCol="0" anchor="ctr">
            <a:noAutofit/>
          </a:bodyPr>
          <a:lstStyle>
            <a:lvl1pPr algn="ctr">
              <a:defRPr sz="1200" b="1" i="0" spc="200" baseline="0">
                <a:solidFill>
                  <a:schemeClr val="tx1"/>
                </a:solidFill>
                <a:latin typeface="+mn-lt"/>
                <a:cs typeface="Arial" panose="020B0604020202020204" pitchFamily="34" charset="0"/>
              </a:defRPr>
            </a:lvl1pPr>
          </a:lstStyle>
          <a:p>
            <a:r>
              <a:rPr lang="en-US" dirty="0"/>
              <a:t>&lt;##&gt;</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1" r:id="rId4"/>
    <p:sldLayoutId id="2147483662" r:id="rId5"/>
    <p:sldLayoutId id="2147483665" r:id="rId6"/>
    <p:sldLayoutId id="2147483669" r:id="rId7"/>
    <p:sldLayoutId id="2147483658" r:id="rId8"/>
    <p:sldLayoutId id="2147483666" r:id="rId9"/>
    <p:sldLayoutId id="2147483668" r:id="rId10"/>
    <p:sldLayoutId id="2147483670" r:id="rId11"/>
    <p:sldLayoutId id="2147483653" r:id="rId12"/>
    <p:sldLayoutId id="2147483667" r:id="rId13"/>
    <p:sldLayoutId id="2147483661" r:id="rId14"/>
    <p:sldLayoutId id="2147483660" r:id="rId15"/>
    <p:sldLayoutId id="2147483655" r:id="rId16"/>
    <p:sldLayoutId id="2147483659" r:id="rId17"/>
    <p:sldLayoutId id="2147483656" r:id="rId18"/>
    <p:sldLayoutId id="2147483657" r:id="rId19"/>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hf hdr="0" dt="0"/>
  <p:txStyles>
    <p:titleStyle>
      <a:lvl1pPr algn="l" defTabSz="914400" rtl="0" eaLnBrk="1" latinLnBrk="0" hangingPunct="1">
        <a:lnSpc>
          <a:spcPct val="90000"/>
        </a:lnSpc>
        <a:spcBef>
          <a:spcPct val="0"/>
        </a:spcBef>
        <a:buNone/>
        <a:defRPr sz="4400" b="1" i="0" kern="1200" cap="all" spc="40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spc="50" baseline="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spc="50" baseline="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spc="5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spc="5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lstStyle/>
          <a:p>
            <a:r>
              <a:rPr lang="en-US" dirty="0"/>
              <a:t>Social media followers prediction</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p:txBody>
          <a:bodyPr/>
          <a:lstStyle/>
          <a:p>
            <a:r>
              <a:rPr lang="en-US" dirty="0"/>
              <a:t>​</a:t>
            </a:r>
          </a:p>
        </p:txBody>
      </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B269-B18E-FC4D-CD3A-22948D1FF911}"/>
              </a:ext>
            </a:extLst>
          </p:cNvPr>
          <p:cNvSpPr>
            <a:spLocks noGrp="1"/>
          </p:cNvSpPr>
          <p:nvPr>
            <p:ph type="ctrTitle"/>
          </p:nvPr>
        </p:nvSpPr>
        <p:spPr/>
        <p:txBody>
          <a:bodyPr/>
          <a:lstStyle/>
          <a:p>
            <a:r>
              <a:rPr lang="en-US" sz="5400" dirty="0">
                <a:latin typeface="Arial Black" panose="020B0A04020102020204" pitchFamily="34" charset="0"/>
              </a:rPr>
              <a:t>Team members:</a:t>
            </a:r>
            <a:br>
              <a:rPr lang="en-US" sz="5400" dirty="0">
                <a:latin typeface="Arial Black" panose="020B0A04020102020204" pitchFamily="34" charset="0"/>
              </a:rPr>
            </a:br>
            <a:endParaRPr lang="en-IN" sz="5400" dirty="0">
              <a:latin typeface="Arial Black" panose="020B0A04020102020204" pitchFamily="34" charset="0"/>
            </a:endParaRPr>
          </a:p>
        </p:txBody>
      </p:sp>
      <p:sp>
        <p:nvSpPr>
          <p:cNvPr id="3" name="Subtitle 2">
            <a:extLst>
              <a:ext uri="{FF2B5EF4-FFF2-40B4-BE49-F238E27FC236}">
                <a16:creationId xmlns:a16="http://schemas.microsoft.com/office/drawing/2014/main" id="{9B79EE9D-B636-DA63-0426-4D8A96980830}"/>
              </a:ext>
            </a:extLst>
          </p:cNvPr>
          <p:cNvSpPr>
            <a:spLocks noGrp="1"/>
          </p:cNvSpPr>
          <p:nvPr>
            <p:ph type="subTitle" idx="1"/>
          </p:nvPr>
        </p:nvSpPr>
        <p:spPr>
          <a:xfrm>
            <a:off x="1102313" y="3284984"/>
            <a:ext cx="10040112" cy="1280160"/>
          </a:xfrm>
        </p:spPr>
        <p:txBody>
          <a:bodyPr/>
          <a:lstStyle/>
          <a:p>
            <a:r>
              <a:rPr lang="en-US" dirty="0"/>
              <a:t>DRISHTY KUMARI </a:t>
            </a:r>
            <a:r>
              <a:rPr lang="en-IN" dirty="0"/>
              <a:t>(119CS22017)</a:t>
            </a:r>
          </a:p>
          <a:p>
            <a:r>
              <a:rPr lang="en-IN" dirty="0"/>
              <a:t>KUSHBU KUMARI (119CS22027)</a:t>
            </a:r>
            <a:endParaRPr lang="en-US" dirty="0"/>
          </a:p>
        </p:txBody>
      </p:sp>
    </p:spTree>
    <p:extLst>
      <p:ext uri="{BB962C8B-B14F-4D97-AF65-F5344CB8AC3E}">
        <p14:creationId xmlns:p14="http://schemas.microsoft.com/office/powerpoint/2010/main" val="3462349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F4EFB8-B32B-E305-CA40-1BDEF9E3C5D6}"/>
              </a:ext>
            </a:extLst>
          </p:cNvPr>
          <p:cNvSpPr>
            <a:spLocks noGrp="1"/>
          </p:cNvSpPr>
          <p:nvPr>
            <p:ph type="title"/>
          </p:nvPr>
        </p:nvSpPr>
        <p:spPr/>
        <p:txBody>
          <a:bodyPr/>
          <a:lstStyle/>
          <a:p>
            <a:r>
              <a:rPr lang="en-US" dirty="0"/>
              <a:t>AGENDA</a:t>
            </a:r>
          </a:p>
        </p:txBody>
      </p:sp>
      <p:sp>
        <p:nvSpPr>
          <p:cNvPr id="2" name="Footer Placeholder 1">
            <a:extLst>
              <a:ext uri="{FF2B5EF4-FFF2-40B4-BE49-F238E27FC236}">
                <a16:creationId xmlns:a16="http://schemas.microsoft.com/office/drawing/2014/main" id="{70640A05-A075-B6F7-8485-592305845518}"/>
              </a:ext>
            </a:extLst>
          </p:cNvPr>
          <p:cNvSpPr>
            <a:spLocks noGrp="1"/>
          </p:cNvSpPr>
          <p:nvPr>
            <p:ph type="ftr" sz="quarter" idx="11"/>
          </p:nvPr>
        </p:nvSpPr>
        <p:spPr/>
        <p:txBody>
          <a:bodyPr/>
          <a:lstStyle/>
          <a:p>
            <a:r>
              <a:rPr lang="en-US" dirty="0"/>
              <a:t>Social media followers prediction</a:t>
            </a:r>
          </a:p>
        </p:txBody>
      </p:sp>
      <p:sp>
        <p:nvSpPr>
          <p:cNvPr id="5" name="Content Placeholder 4">
            <a:extLst>
              <a:ext uri="{FF2B5EF4-FFF2-40B4-BE49-F238E27FC236}">
                <a16:creationId xmlns:a16="http://schemas.microsoft.com/office/drawing/2014/main" id="{3602EF04-C343-BFD2-AB41-A62063075783}"/>
              </a:ext>
            </a:extLst>
          </p:cNvPr>
          <p:cNvSpPr>
            <a:spLocks noGrp="1"/>
          </p:cNvSpPr>
          <p:nvPr>
            <p:ph sz="quarter" idx="13"/>
          </p:nvPr>
        </p:nvSpPr>
        <p:spPr/>
        <p:txBody>
          <a:bodyPr/>
          <a:lstStyle/>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Resources</a:t>
            </a:r>
          </a:p>
          <a:p>
            <a:pPr marL="342900" indent="-342900">
              <a:buFont typeface="Arial" panose="020B0604020202020204" pitchFamily="34" charset="0"/>
              <a:buChar char="•"/>
            </a:pPr>
            <a:r>
              <a:rPr lang="en-US" dirty="0"/>
              <a:t>Workflow</a:t>
            </a:r>
          </a:p>
          <a:p>
            <a:pPr marL="342900" indent="-342900">
              <a:buFont typeface="Arial" panose="020B0604020202020204" pitchFamily="34" charset="0"/>
              <a:buChar char="•"/>
            </a:pPr>
            <a:r>
              <a:rPr lang="en-US" dirty="0"/>
              <a:t>Problem statement</a:t>
            </a:r>
          </a:p>
          <a:p>
            <a:pPr marL="342900" indent="-342900">
              <a:buFont typeface="Arial" panose="020B0604020202020204" pitchFamily="34" charset="0"/>
              <a:buChar char="•"/>
            </a:pPr>
            <a:r>
              <a:rPr lang="en-US" dirty="0"/>
              <a:t>Problem solution</a:t>
            </a:r>
          </a:p>
          <a:p>
            <a:pPr marL="342900" indent="-342900">
              <a:buFont typeface="Arial" panose="020B0604020202020204" pitchFamily="34" charset="0"/>
              <a:buChar char="•"/>
            </a:pPr>
            <a:r>
              <a:rPr lang="en-US" dirty="0"/>
              <a:t>Market opportunity</a:t>
            </a:r>
          </a:p>
          <a:p>
            <a:pPr marL="342900" indent="-342900">
              <a:buFont typeface="Arial" panose="020B0604020202020204" pitchFamily="34" charset="0"/>
              <a:buChar char="•"/>
            </a:pPr>
            <a:r>
              <a:rPr lang="en-US" dirty="0"/>
              <a:t>conclusion</a:t>
            </a:r>
          </a:p>
        </p:txBody>
      </p:sp>
      <p:sp>
        <p:nvSpPr>
          <p:cNvPr id="3" name="Slide Number Placeholder 2">
            <a:extLst>
              <a:ext uri="{FF2B5EF4-FFF2-40B4-BE49-F238E27FC236}">
                <a16:creationId xmlns:a16="http://schemas.microsoft.com/office/drawing/2014/main" id="{4A003396-B624-401E-50C6-C0BB01AF161D}"/>
              </a:ext>
            </a:extLst>
          </p:cNvPr>
          <p:cNvSpPr>
            <a:spLocks noGrp="1"/>
          </p:cNvSpPr>
          <p:nvPr>
            <p:ph type="sldNum" sz="quarter" idx="12"/>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3307162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75003-C8C2-57FA-C8D5-99577C44F58A}"/>
              </a:ext>
            </a:extLst>
          </p:cNvPr>
          <p:cNvSpPr>
            <a:spLocks noGrp="1"/>
          </p:cNvSpPr>
          <p:nvPr>
            <p:ph type="title"/>
          </p:nvPr>
        </p:nvSpPr>
        <p:spPr/>
        <p:txBody>
          <a:bodyPr/>
          <a:lstStyle/>
          <a:p>
            <a:r>
              <a:rPr lang="en-US" sz="4000" dirty="0"/>
              <a:t>introduction</a:t>
            </a:r>
          </a:p>
        </p:txBody>
      </p:sp>
      <p:sp>
        <p:nvSpPr>
          <p:cNvPr id="2" name="Footer Placeholder 1">
            <a:extLst>
              <a:ext uri="{FF2B5EF4-FFF2-40B4-BE49-F238E27FC236}">
                <a16:creationId xmlns:a16="http://schemas.microsoft.com/office/drawing/2014/main" id="{6B4F370C-18BC-A752-2980-6309F5D7DC43}"/>
              </a:ext>
            </a:extLst>
          </p:cNvPr>
          <p:cNvSpPr>
            <a:spLocks noGrp="1"/>
          </p:cNvSpPr>
          <p:nvPr>
            <p:ph type="ftr" sz="quarter" idx="11"/>
          </p:nvPr>
        </p:nvSpPr>
        <p:spPr/>
        <p:txBody>
          <a:bodyPr/>
          <a:lstStyle/>
          <a:p>
            <a:r>
              <a:rPr lang="en-US" dirty="0"/>
              <a:t>Social media followers prediction</a:t>
            </a:r>
          </a:p>
        </p:txBody>
      </p:sp>
      <p:sp>
        <p:nvSpPr>
          <p:cNvPr id="5" name="Content Placeholder 4">
            <a:extLst>
              <a:ext uri="{FF2B5EF4-FFF2-40B4-BE49-F238E27FC236}">
                <a16:creationId xmlns:a16="http://schemas.microsoft.com/office/drawing/2014/main" id="{95D67805-CCBD-8182-540F-93068A90C4E8}"/>
              </a:ext>
            </a:extLst>
          </p:cNvPr>
          <p:cNvSpPr>
            <a:spLocks noGrp="1"/>
          </p:cNvSpPr>
          <p:nvPr>
            <p:ph sz="quarter" idx="13"/>
          </p:nvPr>
        </p:nvSpPr>
        <p:spPr/>
        <p:txBody>
          <a:bodyPr/>
          <a:lstStyle/>
          <a:p>
            <a:r>
              <a:rPr lang="en-US" dirty="0"/>
              <a:t>There are so many social media platforms today where you will find so many content creators in so many types of fields. As a social media consumer, the number of followers you have may not be of interest to you, but as a content creator or as a businessman, the number of followers you have is important for your content for reaching more audience.</a:t>
            </a:r>
          </a:p>
        </p:txBody>
      </p:sp>
      <p:sp>
        <p:nvSpPr>
          <p:cNvPr id="3" name="Slide Number Placeholder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a:lstStyle/>
          <a:p>
            <a:fld id="{294A09A9-5501-47C1-A89A-A340965A2BE2}" type="slidenum">
              <a:rPr lang="en-US" smtClean="0"/>
              <a:pPr/>
              <a:t>4</a:t>
            </a:fld>
            <a:endParaRPr lang="en-US" dirty="0"/>
          </a:p>
        </p:txBody>
      </p:sp>
    </p:spTree>
    <p:extLst>
      <p:ext uri="{BB962C8B-B14F-4D97-AF65-F5344CB8AC3E}">
        <p14:creationId xmlns:p14="http://schemas.microsoft.com/office/powerpoint/2010/main" val="4220525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5B38-DB9A-9AA3-D863-8C4C0C5B92DA}"/>
              </a:ext>
            </a:extLst>
          </p:cNvPr>
          <p:cNvSpPr>
            <a:spLocks noGrp="1"/>
          </p:cNvSpPr>
          <p:nvPr>
            <p:ph type="title"/>
          </p:nvPr>
        </p:nvSpPr>
        <p:spPr/>
        <p:txBody>
          <a:bodyPr/>
          <a:lstStyle/>
          <a:p>
            <a:r>
              <a:rPr lang="en-US" dirty="0"/>
              <a:t>RESOURCES</a:t>
            </a:r>
            <a:endParaRPr lang="en-IN" dirty="0"/>
          </a:p>
        </p:txBody>
      </p:sp>
      <p:sp>
        <p:nvSpPr>
          <p:cNvPr id="3" name="Content Placeholder 2">
            <a:extLst>
              <a:ext uri="{FF2B5EF4-FFF2-40B4-BE49-F238E27FC236}">
                <a16:creationId xmlns:a16="http://schemas.microsoft.com/office/drawing/2014/main" id="{FD1C7278-C6A8-AE89-1E85-3F1C9459FD60}"/>
              </a:ext>
            </a:extLst>
          </p:cNvPr>
          <p:cNvSpPr>
            <a:spLocks noGrp="1"/>
          </p:cNvSpPr>
          <p:nvPr>
            <p:ph sz="quarter" idx="13"/>
          </p:nvPr>
        </p:nvSpPr>
        <p:spPr/>
        <p:txBody>
          <a:bodyPr/>
          <a:lstStyle/>
          <a:p>
            <a:pPr marL="285750" indent="-285750">
              <a:buFont typeface="Arial" panose="020B0604020202020204" pitchFamily="34" charset="0"/>
              <a:buChar char="•"/>
            </a:pPr>
            <a:r>
              <a:rPr lang="en-US" sz="2800" dirty="0"/>
              <a:t>PANDAS</a:t>
            </a:r>
          </a:p>
          <a:p>
            <a:pPr marL="285750" indent="-285750">
              <a:buFont typeface="Arial" panose="020B0604020202020204" pitchFamily="34" charset="0"/>
              <a:buChar char="•"/>
            </a:pPr>
            <a:r>
              <a:rPr lang="en-US" sz="2800" dirty="0"/>
              <a:t>NUMPY</a:t>
            </a:r>
          </a:p>
          <a:p>
            <a:pPr marL="285750" indent="-285750">
              <a:buFont typeface="Arial" panose="020B0604020202020204" pitchFamily="34" charset="0"/>
              <a:buChar char="•"/>
            </a:pPr>
            <a:r>
              <a:rPr lang="en-US" sz="2800" dirty="0"/>
              <a:t>MATPLOTLIB</a:t>
            </a:r>
          </a:p>
          <a:p>
            <a:pPr marL="285750" indent="-285750">
              <a:buFont typeface="Arial" panose="020B0604020202020204" pitchFamily="34" charset="0"/>
              <a:buChar char="•"/>
            </a:pPr>
            <a:r>
              <a:rPr lang="en-US" sz="2800" dirty="0"/>
              <a:t>SEABORN</a:t>
            </a:r>
          </a:p>
          <a:p>
            <a:pPr marL="285750" indent="-285750">
              <a:buFont typeface="Arial" panose="020B0604020202020204" pitchFamily="34" charset="0"/>
              <a:buChar char="•"/>
            </a:pPr>
            <a:r>
              <a:rPr lang="en-US" sz="2800" dirty="0"/>
              <a:t>AUTOTS</a:t>
            </a:r>
          </a:p>
          <a:p>
            <a:pPr marL="285750" indent="-285750">
              <a:buFont typeface="Arial" panose="020B0604020202020204" pitchFamily="34" charset="0"/>
              <a:buChar char="•"/>
            </a:pPr>
            <a:endParaRPr lang="en-IN" sz="2800" dirty="0"/>
          </a:p>
        </p:txBody>
      </p:sp>
      <p:sp>
        <p:nvSpPr>
          <p:cNvPr id="4" name="Footer Placeholder 3">
            <a:extLst>
              <a:ext uri="{FF2B5EF4-FFF2-40B4-BE49-F238E27FC236}">
                <a16:creationId xmlns:a16="http://schemas.microsoft.com/office/drawing/2014/main" id="{DFF07B17-659E-BDF2-3CAC-341C2A505EE5}"/>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383248A-7F0D-4BEC-F37D-CA0B4D6328D2}"/>
              </a:ext>
            </a:extLst>
          </p:cNvPr>
          <p:cNvSpPr>
            <a:spLocks noGrp="1"/>
          </p:cNvSpPr>
          <p:nvPr>
            <p:ph type="sldNum" sz="quarter" idx="12"/>
          </p:nvPr>
        </p:nvSpPr>
        <p:spPr/>
        <p:txBody>
          <a:bodyPr/>
          <a:lstStyle/>
          <a:p>
            <a:fld id="{294A09A9-5501-47C1-A89A-A340965A2BE2}" type="slidenum">
              <a:rPr lang="en-US" smtClean="0"/>
              <a:t>5</a:t>
            </a:fld>
            <a:endParaRPr lang="en-US" dirty="0"/>
          </a:p>
        </p:txBody>
      </p:sp>
    </p:spTree>
    <p:extLst>
      <p:ext uri="{BB962C8B-B14F-4D97-AF65-F5344CB8AC3E}">
        <p14:creationId xmlns:p14="http://schemas.microsoft.com/office/powerpoint/2010/main" val="2806515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75003-C8C2-57FA-C8D5-99577C44F58A}"/>
              </a:ext>
            </a:extLst>
          </p:cNvPr>
          <p:cNvSpPr>
            <a:spLocks noGrp="1"/>
          </p:cNvSpPr>
          <p:nvPr>
            <p:ph type="title"/>
          </p:nvPr>
        </p:nvSpPr>
        <p:spPr/>
        <p:txBody>
          <a:bodyPr/>
          <a:lstStyle/>
          <a:p>
            <a:r>
              <a:rPr lang="en-US" sz="4000" dirty="0"/>
              <a:t>workflow</a:t>
            </a:r>
          </a:p>
        </p:txBody>
      </p:sp>
      <p:sp>
        <p:nvSpPr>
          <p:cNvPr id="2" name="Footer Placeholder 1">
            <a:extLst>
              <a:ext uri="{FF2B5EF4-FFF2-40B4-BE49-F238E27FC236}">
                <a16:creationId xmlns:a16="http://schemas.microsoft.com/office/drawing/2014/main" id="{6B4F370C-18BC-A752-2980-6309F5D7DC43}"/>
              </a:ext>
            </a:extLst>
          </p:cNvPr>
          <p:cNvSpPr>
            <a:spLocks noGrp="1"/>
          </p:cNvSpPr>
          <p:nvPr>
            <p:ph type="ftr" sz="quarter" idx="11"/>
          </p:nvPr>
        </p:nvSpPr>
        <p:spPr/>
        <p:txBody>
          <a:bodyPr/>
          <a:lstStyle/>
          <a:p>
            <a:r>
              <a:rPr lang="en-US" dirty="0"/>
              <a:t>Social media followers prediction</a:t>
            </a:r>
          </a:p>
        </p:txBody>
      </p:sp>
      <p:pic>
        <p:nvPicPr>
          <p:cNvPr id="6" name="Content Placeholder 5">
            <a:extLst>
              <a:ext uri="{FF2B5EF4-FFF2-40B4-BE49-F238E27FC236}">
                <a16:creationId xmlns:a16="http://schemas.microsoft.com/office/drawing/2014/main" id="{B4CB5BD2-4AAE-4C91-124E-ADA8FB65001B}"/>
              </a:ext>
            </a:extLst>
          </p:cNvPr>
          <p:cNvPicPr>
            <a:picLocks noGrp="1" noChangeAspect="1"/>
          </p:cNvPicPr>
          <p:nvPr>
            <p:ph sz="quarter" idx="13"/>
          </p:nvPr>
        </p:nvPicPr>
        <p:blipFill>
          <a:blip r:embed="rId2"/>
          <a:stretch>
            <a:fillRect/>
          </a:stretch>
        </p:blipFill>
        <p:spPr>
          <a:xfrm>
            <a:off x="6400801" y="1589994"/>
            <a:ext cx="5311824" cy="4416552"/>
          </a:xfrm>
          <a:prstGeom prst="rect">
            <a:avLst/>
          </a:prstGeom>
        </p:spPr>
      </p:pic>
      <p:sp>
        <p:nvSpPr>
          <p:cNvPr id="3" name="Slide Number Placeholder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1677683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75003-C8C2-57FA-C8D5-99577C44F58A}"/>
              </a:ext>
            </a:extLst>
          </p:cNvPr>
          <p:cNvSpPr>
            <a:spLocks noGrp="1"/>
          </p:cNvSpPr>
          <p:nvPr>
            <p:ph type="title"/>
          </p:nvPr>
        </p:nvSpPr>
        <p:spPr/>
        <p:txBody>
          <a:bodyPr/>
          <a:lstStyle/>
          <a:p>
            <a:r>
              <a:rPr lang="en-US" sz="4000" dirty="0"/>
              <a:t>Problem statement</a:t>
            </a:r>
          </a:p>
        </p:txBody>
      </p:sp>
      <p:sp>
        <p:nvSpPr>
          <p:cNvPr id="2" name="Footer Placeholder 1">
            <a:extLst>
              <a:ext uri="{FF2B5EF4-FFF2-40B4-BE49-F238E27FC236}">
                <a16:creationId xmlns:a16="http://schemas.microsoft.com/office/drawing/2014/main" id="{6B4F370C-18BC-A752-2980-6309F5D7DC43}"/>
              </a:ext>
            </a:extLst>
          </p:cNvPr>
          <p:cNvSpPr>
            <a:spLocks noGrp="1"/>
          </p:cNvSpPr>
          <p:nvPr>
            <p:ph type="ftr" sz="quarter" idx="11"/>
          </p:nvPr>
        </p:nvSpPr>
        <p:spPr/>
        <p:txBody>
          <a:bodyPr/>
          <a:lstStyle/>
          <a:p>
            <a:r>
              <a:rPr lang="en-US" dirty="0"/>
              <a:t>Social media followers prediction</a:t>
            </a:r>
          </a:p>
        </p:txBody>
      </p:sp>
      <p:sp>
        <p:nvSpPr>
          <p:cNvPr id="5" name="Content Placeholder 4">
            <a:extLst>
              <a:ext uri="{FF2B5EF4-FFF2-40B4-BE49-F238E27FC236}">
                <a16:creationId xmlns:a16="http://schemas.microsoft.com/office/drawing/2014/main" id="{95D67805-CCBD-8182-540F-93068A90C4E8}"/>
              </a:ext>
            </a:extLst>
          </p:cNvPr>
          <p:cNvSpPr>
            <a:spLocks noGrp="1"/>
          </p:cNvSpPr>
          <p:nvPr>
            <p:ph sz="quarter" idx="13"/>
          </p:nvPr>
        </p:nvSpPr>
        <p:spPr/>
        <p:txBody>
          <a:bodyPr/>
          <a:lstStyle/>
          <a:p>
            <a:r>
              <a:rPr lang="en-US" dirty="0"/>
              <a:t>The system must consider various parameters such as engagement rate, post frequency, and time to make accurate predictions…</a:t>
            </a:r>
          </a:p>
        </p:txBody>
      </p:sp>
      <p:sp>
        <p:nvSpPr>
          <p:cNvPr id="3" name="Slide Number Placeholder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782376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75003-C8C2-57FA-C8D5-99577C44F58A}"/>
              </a:ext>
            </a:extLst>
          </p:cNvPr>
          <p:cNvSpPr>
            <a:spLocks noGrp="1"/>
          </p:cNvSpPr>
          <p:nvPr>
            <p:ph type="title"/>
          </p:nvPr>
        </p:nvSpPr>
        <p:spPr/>
        <p:txBody>
          <a:bodyPr/>
          <a:lstStyle/>
          <a:p>
            <a:r>
              <a:rPr lang="en-US" sz="4000" dirty="0"/>
              <a:t>Problem solution</a:t>
            </a:r>
          </a:p>
        </p:txBody>
      </p:sp>
      <p:sp>
        <p:nvSpPr>
          <p:cNvPr id="2" name="Footer Placeholder 1">
            <a:extLst>
              <a:ext uri="{FF2B5EF4-FFF2-40B4-BE49-F238E27FC236}">
                <a16:creationId xmlns:a16="http://schemas.microsoft.com/office/drawing/2014/main" id="{6B4F370C-18BC-A752-2980-6309F5D7DC43}"/>
              </a:ext>
            </a:extLst>
          </p:cNvPr>
          <p:cNvSpPr>
            <a:spLocks noGrp="1"/>
          </p:cNvSpPr>
          <p:nvPr>
            <p:ph type="ftr" sz="quarter" idx="11"/>
          </p:nvPr>
        </p:nvSpPr>
        <p:spPr/>
        <p:txBody>
          <a:bodyPr/>
          <a:lstStyle/>
          <a:p>
            <a:r>
              <a:rPr lang="en-US" dirty="0"/>
              <a:t>Social media followers prediction</a:t>
            </a:r>
          </a:p>
        </p:txBody>
      </p:sp>
      <p:sp>
        <p:nvSpPr>
          <p:cNvPr id="5" name="Content Placeholder 4">
            <a:extLst>
              <a:ext uri="{FF2B5EF4-FFF2-40B4-BE49-F238E27FC236}">
                <a16:creationId xmlns:a16="http://schemas.microsoft.com/office/drawing/2014/main" id="{95D67805-CCBD-8182-540F-93068A90C4E8}"/>
              </a:ext>
            </a:extLst>
          </p:cNvPr>
          <p:cNvSpPr>
            <a:spLocks noGrp="1"/>
          </p:cNvSpPr>
          <p:nvPr>
            <p:ph sz="quarter" idx="13"/>
          </p:nvPr>
        </p:nvSpPr>
        <p:spPr/>
        <p:txBody>
          <a:bodyPr/>
          <a:lstStyle/>
          <a:p>
            <a:pPr marL="285750" indent="-285750">
              <a:buFont typeface="Wingdings" panose="05000000000000000000" pitchFamily="2" charset="2"/>
              <a:buChar char="q"/>
            </a:pPr>
            <a:r>
              <a:rPr lang="en-US" dirty="0"/>
              <a:t>Authenticity will be more important than ever</a:t>
            </a:r>
          </a:p>
          <a:p>
            <a:pPr marL="285750" indent="-285750">
              <a:buFont typeface="Wingdings" panose="05000000000000000000" pitchFamily="2" charset="2"/>
              <a:buChar char="q"/>
            </a:pPr>
            <a:r>
              <a:rPr lang="en-US" dirty="0"/>
              <a:t>Creators and influencers, and knowing how to work with them, will continue to be important</a:t>
            </a:r>
          </a:p>
          <a:p>
            <a:pPr marL="285750" indent="-285750">
              <a:buFont typeface="Wingdings" panose="05000000000000000000" pitchFamily="2" charset="2"/>
              <a:buChar char="q"/>
            </a:pPr>
            <a:r>
              <a:rPr lang="en-US" dirty="0"/>
              <a:t>There will be a renewed focus on social media customer service </a:t>
            </a:r>
          </a:p>
        </p:txBody>
      </p:sp>
      <p:sp>
        <p:nvSpPr>
          <p:cNvPr id="3" name="Slide Number Placeholder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2932919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75003-C8C2-57FA-C8D5-99577C44F58A}"/>
              </a:ext>
            </a:extLst>
          </p:cNvPr>
          <p:cNvSpPr>
            <a:spLocks noGrp="1"/>
          </p:cNvSpPr>
          <p:nvPr>
            <p:ph type="title"/>
          </p:nvPr>
        </p:nvSpPr>
        <p:spPr/>
        <p:txBody>
          <a:bodyPr/>
          <a:lstStyle/>
          <a:p>
            <a:r>
              <a:rPr lang="en-US" sz="4000" dirty="0"/>
              <a:t>Market opportunity</a:t>
            </a:r>
          </a:p>
        </p:txBody>
      </p:sp>
      <p:sp>
        <p:nvSpPr>
          <p:cNvPr id="2" name="Footer Placeholder 1">
            <a:extLst>
              <a:ext uri="{FF2B5EF4-FFF2-40B4-BE49-F238E27FC236}">
                <a16:creationId xmlns:a16="http://schemas.microsoft.com/office/drawing/2014/main" id="{6B4F370C-18BC-A752-2980-6309F5D7DC43}"/>
              </a:ext>
            </a:extLst>
          </p:cNvPr>
          <p:cNvSpPr>
            <a:spLocks noGrp="1"/>
          </p:cNvSpPr>
          <p:nvPr>
            <p:ph type="ftr" sz="quarter" idx="11"/>
          </p:nvPr>
        </p:nvSpPr>
        <p:spPr/>
        <p:txBody>
          <a:bodyPr/>
          <a:lstStyle/>
          <a:p>
            <a:r>
              <a:rPr lang="en-US" dirty="0"/>
              <a:t>Social media followers prediction</a:t>
            </a:r>
          </a:p>
        </p:txBody>
      </p:sp>
      <p:sp>
        <p:nvSpPr>
          <p:cNvPr id="5" name="Content Placeholder 4">
            <a:extLst>
              <a:ext uri="{FF2B5EF4-FFF2-40B4-BE49-F238E27FC236}">
                <a16:creationId xmlns:a16="http://schemas.microsoft.com/office/drawing/2014/main" id="{95D67805-CCBD-8182-540F-93068A90C4E8}"/>
              </a:ext>
            </a:extLst>
          </p:cNvPr>
          <p:cNvSpPr>
            <a:spLocks noGrp="1"/>
          </p:cNvSpPr>
          <p:nvPr>
            <p:ph sz="quarter" idx="13"/>
          </p:nvPr>
        </p:nvSpPr>
        <p:spPr/>
        <p:txBody>
          <a:bodyPr/>
          <a:lstStyle/>
          <a:p>
            <a:r>
              <a:rPr lang="en-US" dirty="0"/>
              <a:t>With the ever growing popularity of social media platforms and the increasing number of content creators and businesses relying on social media for marketing, this system will continue to be in high demand. </a:t>
            </a:r>
          </a:p>
          <a:p>
            <a:pPr marL="285750" indent="-285750">
              <a:buFont typeface="Wingdings" panose="05000000000000000000" pitchFamily="2" charset="2"/>
              <a:buChar char="q"/>
            </a:pPr>
            <a:r>
              <a:rPr lang="en-US" dirty="0"/>
              <a:t>Social commerce</a:t>
            </a:r>
          </a:p>
          <a:p>
            <a:pPr marL="285750" indent="-285750">
              <a:buFont typeface="Wingdings" panose="05000000000000000000" pitchFamily="2" charset="2"/>
              <a:buChar char="q"/>
            </a:pPr>
            <a:r>
              <a:rPr lang="en-US" dirty="0"/>
              <a:t>Social search</a:t>
            </a:r>
          </a:p>
          <a:p>
            <a:pPr marL="285750" indent="-285750">
              <a:buFont typeface="Wingdings" panose="05000000000000000000" pitchFamily="2" charset="2"/>
              <a:buChar char="q"/>
            </a:pPr>
            <a:r>
              <a:rPr lang="en-US" dirty="0"/>
              <a:t>Short-form marketing</a:t>
            </a:r>
          </a:p>
          <a:p>
            <a:pPr marL="285750" indent="-285750">
              <a:buFont typeface="Wingdings" panose="05000000000000000000" pitchFamily="2" charset="2"/>
              <a:buChar char="q"/>
            </a:pPr>
            <a:r>
              <a:rPr lang="en-US" dirty="0"/>
              <a:t>Influencer marketing</a:t>
            </a:r>
          </a:p>
          <a:p>
            <a:pPr marL="285750" indent="-285750">
              <a:buFont typeface="Wingdings" panose="05000000000000000000" pitchFamily="2" charset="2"/>
              <a:buChar char="q"/>
            </a:pPr>
            <a:r>
              <a:rPr lang="en-US" dirty="0"/>
              <a:t>Social media apps</a:t>
            </a:r>
          </a:p>
        </p:txBody>
      </p:sp>
      <p:sp>
        <p:nvSpPr>
          <p:cNvPr id="3" name="Slide Number Placeholder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1267759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75003-C8C2-57FA-C8D5-99577C44F58A}"/>
              </a:ext>
            </a:extLst>
          </p:cNvPr>
          <p:cNvSpPr>
            <a:spLocks noGrp="1"/>
          </p:cNvSpPr>
          <p:nvPr>
            <p:ph type="title"/>
          </p:nvPr>
        </p:nvSpPr>
        <p:spPr/>
        <p:txBody>
          <a:bodyPr/>
          <a:lstStyle/>
          <a:p>
            <a:r>
              <a:rPr lang="en-US" sz="4000" dirty="0"/>
              <a:t>conclusion</a:t>
            </a:r>
          </a:p>
        </p:txBody>
      </p:sp>
      <p:sp>
        <p:nvSpPr>
          <p:cNvPr id="2" name="Footer Placeholder 1">
            <a:extLst>
              <a:ext uri="{FF2B5EF4-FFF2-40B4-BE49-F238E27FC236}">
                <a16:creationId xmlns:a16="http://schemas.microsoft.com/office/drawing/2014/main" id="{6B4F370C-18BC-A752-2980-6309F5D7DC43}"/>
              </a:ext>
            </a:extLst>
          </p:cNvPr>
          <p:cNvSpPr>
            <a:spLocks noGrp="1"/>
          </p:cNvSpPr>
          <p:nvPr>
            <p:ph type="ftr" sz="quarter" idx="11"/>
          </p:nvPr>
        </p:nvSpPr>
        <p:spPr/>
        <p:txBody>
          <a:bodyPr/>
          <a:lstStyle/>
          <a:p>
            <a:r>
              <a:rPr lang="en-US" dirty="0"/>
              <a:t>Social media followers prediction</a:t>
            </a:r>
          </a:p>
        </p:txBody>
      </p:sp>
      <p:sp>
        <p:nvSpPr>
          <p:cNvPr id="5" name="Content Placeholder 4">
            <a:extLst>
              <a:ext uri="{FF2B5EF4-FFF2-40B4-BE49-F238E27FC236}">
                <a16:creationId xmlns:a16="http://schemas.microsoft.com/office/drawing/2014/main" id="{95D67805-CCBD-8182-540F-93068A90C4E8}"/>
              </a:ext>
            </a:extLst>
          </p:cNvPr>
          <p:cNvSpPr>
            <a:spLocks noGrp="1"/>
          </p:cNvSpPr>
          <p:nvPr>
            <p:ph sz="quarter" idx="13"/>
          </p:nvPr>
        </p:nvSpPr>
        <p:spPr/>
        <p:txBody>
          <a:bodyPr/>
          <a:lstStyle/>
          <a:p>
            <a:r>
              <a:rPr lang="en-US" dirty="0"/>
              <a:t>In conclusion, the Social Media Followers Prediction System is a useful tool for content creators and businesses to estimate their future number of followers on social media platforms. The system leverages machine learning algorithms and historical data to make accurate predictions based on various factors such as engagement rate, post frequency, and time. The use of this system can aid in the planning of social media strategies and help content creators and businesses reach their target audience more effectively.</a:t>
            </a:r>
          </a:p>
        </p:txBody>
      </p:sp>
      <p:sp>
        <p:nvSpPr>
          <p:cNvPr id="3" name="Slide Number Placeholder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a:lstStyle/>
          <a:p>
            <a:fld id="{294A09A9-5501-47C1-A89A-A340965A2BE2}" type="slidenum">
              <a:rPr lang="en-US" smtClean="0"/>
              <a:pPr/>
              <a:t>10</a:t>
            </a:fld>
            <a:endParaRPr lang="en-US" dirty="0"/>
          </a:p>
        </p:txBody>
      </p:sp>
    </p:spTree>
    <p:extLst>
      <p:ext uri="{BB962C8B-B14F-4D97-AF65-F5344CB8AC3E}">
        <p14:creationId xmlns:p14="http://schemas.microsoft.com/office/powerpoint/2010/main" val="685543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B727DE-9C16-360C-F34F-96B63BA5504C}"/>
              </a:ext>
            </a:extLst>
          </p:cNvPr>
          <p:cNvSpPr>
            <a:spLocks noGrp="1"/>
          </p:cNvSpPr>
          <p:nvPr>
            <p:ph type="title"/>
          </p:nvPr>
        </p:nvSpPr>
        <p:spPr/>
        <p:txBody>
          <a:bodyPr/>
          <a:lstStyle/>
          <a:p>
            <a:r>
              <a:rPr lang="en-US" dirty="0"/>
              <a:t>How many people use social media?</a:t>
            </a:r>
          </a:p>
        </p:txBody>
      </p:sp>
      <p:sp>
        <p:nvSpPr>
          <p:cNvPr id="7" name="Text Placeholder 6">
            <a:extLst>
              <a:ext uri="{FF2B5EF4-FFF2-40B4-BE49-F238E27FC236}">
                <a16:creationId xmlns:a16="http://schemas.microsoft.com/office/drawing/2014/main" id="{4067AB90-919C-547C-EA0C-C5763E0BC234}"/>
              </a:ext>
            </a:extLst>
          </p:cNvPr>
          <p:cNvSpPr>
            <a:spLocks noGrp="1"/>
          </p:cNvSpPr>
          <p:nvPr>
            <p:ph type="body" sz="quarter" idx="13"/>
          </p:nvPr>
        </p:nvSpPr>
        <p:spPr>
          <a:xfrm>
            <a:off x="3063772" y="3789040"/>
            <a:ext cx="5775960" cy="333945"/>
          </a:xfrm>
        </p:spPr>
        <p:txBody>
          <a:bodyPr/>
          <a:lstStyle/>
          <a:p>
            <a:r>
              <a:rPr lang="en-US" dirty="0"/>
              <a:t>…….</a:t>
            </a:r>
          </a:p>
        </p:txBody>
      </p:sp>
      <p:sp>
        <p:nvSpPr>
          <p:cNvPr id="11" name="Text Placeholder 10">
            <a:extLst>
              <a:ext uri="{FF2B5EF4-FFF2-40B4-BE49-F238E27FC236}">
                <a16:creationId xmlns:a16="http://schemas.microsoft.com/office/drawing/2014/main" id="{838F1D27-7C00-ADDA-3E62-FDBF008D5DDE}"/>
              </a:ext>
            </a:extLst>
          </p:cNvPr>
          <p:cNvSpPr>
            <a:spLocks noGrp="1"/>
          </p:cNvSpPr>
          <p:nvPr>
            <p:ph type="body" sz="quarter" idx="15"/>
          </p:nvPr>
        </p:nvSpPr>
        <p:spPr/>
        <p:txBody>
          <a:bodyPr/>
          <a:lstStyle/>
          <a:p>
            <a:r>
              <a:rPr lang="en-US" dirty="0"/>
              <a:t>”</a:t>
            </a:r>
          </a:p>
        </p:txBody>
      </p:sp>
      <p:sp>
        <p:nvSpPr>
          <p:cNvPr id="10" name="Text Placeholder 9">
            <a:extLst>
              <a:ext uri="{FF2B5EF4-FFF2-40B4-BE49-F238E27FC236}">
                <a16:creationId xmlns:a16="http://schemas.microsoft.com/office/drawing/2014/main" id="{65E24183-EEFA-02B9-BFB3-2C57E0B5A3FD}"/>
              </a:ext>
            </a:extLst>
          </p:cNvPr>
          <p:cNvSpPr>
            <a:spLocks noGrp="1"/>
          </p:cNvSpPr>
          <p:nvPr>
            <p:ph type="body" sz="quarter" idx="14"/>
          </p:nvPr>
        </p:nvSpPr>
        <p:spPr/>
        <p:txBody>
          <a:bodyPr/>
          <a:lstStyle/>
          <a:p>
            <a:r>
              <a:rPr lang="en-US" dirty="0"/>
              <a:t>“</a:t>
            </a:r>
          </a:p>
        </p:txBody>
      </p:sp>
    </p:spTree>
    <p:extLst>
      <p:ext uri="{BB962C8B-B14F-4D97-AF65-F5344CB8AC3E}">
        <p14:creationId xmlns:p14="http://schemas.microsoft.com/office/powerpoint/2010/main" val="2113713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nchor="t">
            <a:noAutofit/>
          </a:bodyPr>
          <a:lstStyle/>
          <a:p>
            <a:pPr algn="l"/>
            <a:r>
              <a:rPr lang="en-US" dirty="0"/>
              <a:t>thank</a:t>
            </a:r>
            <a:r>
              <a:rPr lang="en-US" sz="9600" spc="300" dirty="0">
                <a:ln w="28575">
                  <a:solidFill>
                    <a:schemeClr val="tx1"/>
                  </a:solidFill>
                </a:ln>
                <a:noFill/>
              </a:rPr>
              <a:t> you</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p:txBody>
          <a:bodyPr anchor="t">
            <a:normAutofit/>
          </a:bodyPr>
          <a:lstStyle/>
          <a:p>
            <a:pPr marL="0" indent="0" algn="l">
              <a:buNone/>
            </a:pPr>
            <a:r>
              <a:rPr lang="en-US" b="1" dirty="0"/>
              <a:t>                                      .............</a:t>
            </a:r>
            <a:endParaRPr lang="en-US" b="1" u="sng" dirty="0"/>
          </a:p>
        </p:txBody>
      </p:sp>
    </p:spTree>
    <p:extLst>
      <p:ext uri="{BB962C8B-B14F-4D97-AF65-F5344CB8AC3E}">
        <p14:creationId xmlns:p14="http://schemas.microsoft.com/office/powerpoint/2010/main" val="627731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heme/theme1.xml><?xml version="1.0" encoding="utf-8"?>
<a:theme xmlns:a="http://schemas.openxmlformats.org/drawingml/2006/main" name="Office Theme">
  <a:themeElements>
    <a:clrScheme name="Droplet">
      <a:dk1>
        <a:srgbClr val="000000"/>
      </a:dk1>
      <a:lt1>
        <a:srgbClr val="FFFFFF"/>
      </a:lt1>
      <a:dk2>
        <a:srgbClr val="0065A8"/>
      </a:dk2>
      <a:lt2>
        <a:srgbClr val="E7E6E6"/>
      </a:lt2>
      <a:accent1>
        <a:srgbClr val="FDCFFD"/>
      </a:accent1>
      <a:accent2>
        <a:srgbClr val="B6DFFF"/>
      </a:accent2>
      <a:accent3>
        <a:srgbClr val="8AE3A8"/>
      </a:accent3>
      <a:accent4>
        <a:srgbClr val="A69BFB"/>
      </a:accent4>
      <a:accent5>
        <a:srgbClr val="B5C3FF"/>
      </a:accent5>
      <a:accent6>
        <a:srgbClr val="73E9C4"/>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roplet-Design-TM34316244_Win32_SD_v9" id="{4C371580-6163-46D2-96AA-0DCC330A1B9A}" vid="{FC8D8AFF-D381-4C29-B9DC-A81BA0CD1B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4FA603-F875-4A03-93C9-402691CFAD8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421B937-7172-47A3-B8EF-010B04CBBB90}">
  <ds:schemaRefs>
    <ds:schemaRef ds:uri="http://schemas.microsoft.com/sharepoint/v3/contenttype/forms"/>
  </ds:schemaRefs>
</ds:datastoreItem>
</file>

<file path=customXml/itemProps3.xml><?xml version="1.0" encoding="utf-8"?>
<ds:datastoreItem xmlns:ds="http://schemas.openxmlformats.org/officeDocument/2006/customXml" ds:itemID="{6BCCC5ED-FDC5-47FC-8E7E-D334979F14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Droplet design</Template>
  <TotalTime>115</TotalTime>
  <Words>354</Words>
  <Application>Microsoft Office PowerPoint</Application>
  <PresentationFormat>Widescreen</PresentationFormat>
  <Paragraphs>60</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Wingdings</vt:lpstr>
      <vt:lpstr>Office Theme</vt:lpstr>
      <vt:lpstr>Social media followers prediction</vt:lpstr>
      <vt:lpstr>Team members: </vt:lpstr>
      <vt:lpstr>AGENDA</vt:lpstr>
      <vt:lpstr>introduction</vt:lpstr>
      <vt:lpstr>RESOURCES</vt:lpstr>
      <vt:lpstr>workflow</vt:lpstr>
      <vt:lpstr>Problem statement</vt:lpstr>
      <vt:lpstr>Problem solution</vt:lpstr>
      <vt:lpstr>Market opportunity</vt:lpstr>
      <vt:lpstr>conclusion</vt:lpstr>
      <vt:lpstr>How many people use social media?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Drishty Kumari</dc:creator>
  <cp:lastModifiedBy>Drishty Kumari</cp:lastModifiedBy>
  <cp:revision>2</cp:revision>
  <dcterms:created xsi:type="dcterms:W3CDTF">2024-09-08T16:18:47Z</dcterms:created>
  <dcterms:modified xsi:type="dcterms:W3CDTF">2024-09-22T15:17:39Z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